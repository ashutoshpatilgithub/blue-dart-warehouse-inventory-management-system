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theme/themeOverride1.xml" ContentType="application/vnd.openxmlformats-officedocument.themeOverr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0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0:15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1505 1083 24575,'-4'0'0,"-1"1"0,1 0 0,0 0 0,0 1 0,0-1 0,0 1 0,0 0 0,0 0 0,-4 3 0,-14 6 0,-6 0 0,-7 2 0,-61 32 0,70-28 0,-30 15 0,52-29 0,0-1 0,-1-1 0,1 1 0,-1-1 0,1 1 0,-1-1 0,0-1 0,1 1 0,-1-1 0,-6 1 0,10-2 0,-1 1 0,1 0 0,0 0 0,-1-1 0,1 1 0,-1-1 0,1 1 0,0-1 0,0 0 0,-1 0 0,1 1 0,0-1 0,0 0 0,0 0 0,0 0 0,0 0 0,0 0 0,0-1 0,0 1 0,0 0 0,0 0 0,1 0 0,-2-3 0,-8-37 0,10 37 0,-1-1 0,0 1 0,0 0 0,0-1 0,0 1 0,-1 0 0,1 0 0,-1 0 0,-3-5 0,3 7 0,0 0 0,0 0 0,-1 1 0,1-1 0,0 0 0,-1 1 0,1 0 0,-1 0 0,0-1 0,1 1 0,-1 1 0,0-1 0,1 0 0,-6 0 0,5 1 0,0 0 0,1-1 0,-1 0 0,0 0 0,0 1 0,1-2 0,-1 1 0,0 0 0,1 0 0,0-1 0,-3-1 0,4 2 0,0 0 0,1 0 0,-1 0 0,0-1 0,1 1 0,-1 0 0,1 0 0,0 0 0,-1 0 0,1-1 0,0 1 0,0 0 0,0 0 0,0 0 0,0-1 0,0 1 0,0 0 0,0 0 0,0-1 0,0 1 0,1 0 0,-1 0 0,1 0 0,0-2 0,15-32 0,-11 25 0,23-37 0,-21 36 0,0 0 0,-1-1 0,0 1 0,-1-1 0,0 0 0,5-18 0,-10 29 0,0-1 0,0 0 0,1 0 0,-1 1 0,0-1 0,0 0 0,-1 1 0,1-1 0,0 0 0,-1 1 0,1-1 0,-1 0 0,1 1 0,-1-1 0,0 1 0,1-1 0,-1 1 0,0-1 0,0 1 0,0 0 0,-2-2 0,1 1 0,-1-1 0,0 1 0,0 1 0,0-1 0,0 0 0,0 1 0,0-1 0,-1 1 0,1 0 0,-4-1 0,-7 0 0,-1 0 0,0 1 0,0 0 0,-15 2 0,-14 3 0,1 3 0,-1 2 0,2 2 0,-82 31 0,25-8 0,98-34 0,0 1 0,-1 0 0,1-1 0,0 0 0,0 1 0,-1-1 0,1 0 0,0 1 0,-1-1 0,1 0 0,0 0 0,-1 0 0,1 0 0,0 0 0,-1-1 0,1 1 0,-3-1 0,4 0 0,0 1 0,0-1 0,0 1 0,0-1 0,0 0 0,0 1 0,0-1 0,0 1 0,0-1 0,0 0 0,0 1 0,1-1 0,-1 1 0,0-1 0,0 0 0,0 1 0,1-1 0,-1 1 0,0-1 0,1 1 0,-1-1 0,1 1 0,-1-1 0,0 1 0,1-1 0,38-39 0,-36 38 0,11-12 0,0 2 0,1 0 0,0 1 0,29-16 0,-75 60 0,17-17 0,4-7 0,1 1 0,0 1 0,-8 12 0,17-22 0,-1-1 0,1 1 0,0 0 0,-1 0 0,1-1 0,-1 1 0,1 0 0,0 0 0,0 0 0,-1-1 0,1 1 0,0 0 0,0 0 0,0 0 0,0 0 0,0-1 0,0 1 0,0 1 0,1-2 0,0 1 0,0-1 0,-1 0 0,1 1 0,0-1 0,0 0 0,0 0 0,0 1 0,0-1 0,-1 0 0,1 0 0,0 0 0,0 0 0,0 0 0,0-1 0,0 1 0,-1 0 0,1 0 0,0 0 0,0-1 0,0 1 0,-1 0 0,1-1 0,0 1 0,1-1 0,67-30 0,-2-4 0,101-66 0,-129 76 0,45-29 0,83-68 0,-142 96 0,-18 12 0,-7 13 0,0 1 0,-1-1 0,1 1 0,0 0 0,0-1 0,0 1 0,0-1 0,-1 1 0,1 0 0,0-1 0,0 1 0,-1 0 0,1-1 0,0 1 0,0 0 0,-1-1 0,1 1 0,0 0 0,-1 0 0,1 0 0,-1-1 0,1 1 0,0 0 0,-1 0 0,1 0 0,-1 0 0,1-1 0,0 1 0,-1 0 0,1 0 0,-1 0 0,1 0 0,-1 0 0,-5 0 0,0 0 0,-1 0 0,1 0 0,0 1 0,0 0 0,0 0 0,0 1 0,-8 2 0,-51 24 0,43-18 0,-29 13 0,0 2 0,2 2 0,1 3 0,1 1 0,-44 40 0,81-58 0,10-13 0,0 0 0,0 0 0,0 1 0,0-1 0,0 0 0,0 0 0,0 0 0,0 0 0,0 1 0,1-1 0,-1 0 0,0 0 0,0 0 0,0 0 0,0 1 0,0-1 0,0 0 0,0 0 0,1 0 0,-1 0 0,0 0 0,0 0 0,0 0 0,0 0 0,1 1 0,-1-1 0,0 0 0,0 0 0,0 0 0,1 0 0,-1 0 0,0 0 0,0 0 0,0 0 0,0 0 0,1 0 0,-1 0 0,0 0 0,0 0 0,0 0 0,1-1 0,28-7 0,12-11 0,148-81 0,-189 101 0,0-1 0,0 0 0,0 0 0,0 0 0,0 0 0,0 0 0,0 0 0,0 0 0,0 0 0,0 0 0,0 0 0,0 0 0,0 0 0,0 0 0,0 0 0,0 0 0,0 0 0,0 1 0,0-1 0,1 0 0,-1 0 0,0 0 0,0 0 0,0 0 0,0 0 0,0 0 0,0 0 0,0 0 0,0 0 0,0 0 0,0 0 0,0 0 0,0 0 0,0 0 0,1 0 0,-1 0 0,0 0 0,0 0 0,0 0 0,0-1 0,-10 14 0,-24 27 0,16-21 0,10-9 0,-164 201 0,169-206 0,0 0 0,0 0 0,0 0 0,1 0 0,-1 0 0,1 1 0,0-1 0,-1 6 0,3-9 0,0-1 0,0 1 0,0-1 0,0 1 0,0 0 0,0-1 0,0 1 0,0-1 0,1 1 0,-1-1 0,1 0 0,-1 1 0,1-1 0,-1 1 0,1-1 0,0 0 0,0 1 0,-1-1 0,1 0 0,0 0 0,0 0 0,0 0 0,1 0 0,-1 0 0,0 0 0,0 0 0,0 0 0,1 0 0,-1 0 0,0-1 0,1 1 0,-1-1 0,1 1 0,1 0 0,-1-1 0,0 0 0,0 1 0,0-1 0,-1 1 0,1-1 0,0 1 0,-1 0 0,1 0 0,0-1 0,-1 1 0,1 1 0,-1-1 0,1 0 0,-1 0 0,0 0 0,0 1 0,1-1 0,-1 1 0,0-1 0,0 1 0,1 2 0,-2 0 0,0 0 0,0-1 0,-1 1 0,1 0 0,-1 0 0,0 0 0,0 0 0,0-1 0,0 1 0,-1 0 0,0-1 0,-2 5 0,-30 53 0,-3-1 0,-63 79 0,89-124 0,-277 350-779,34-45 142,242-305 637,1 0 0,1 0 0,0 1 0,-8 19 0,17-34 0,1 0 0,-1 0 0,1 0 0,-1 0 0,1 0 0,-1 0 0,1 1 0,0-1 0,-1 0 0,1 0 0,0 0 0,0 1 0,0-1 0,0 0 0,0 0 0,0 0 0,1 1 0,-1-1 0,0 0 0,1 0 0,-1 0 0,0 0 0,1 1 0,0-1 0,-1 0 0,1 0 0,-1 0 0,1 0 0,0 0 0,0 0 0,0-1 0,0 1 0,-1 0 0,1 0 0,0-1 0,0 1 0,0 0 0,1-1 0,-1 1 0,0-1 0,0 1 0,0-1 0,0 0 0,0 1 0,1-1 0,-1 0 0,0 0 0,0 0 0,2 0 0,17 0 0,0-1 0,0-1 0,0-1 0,0-1 0,26-8 0,327-113-212,2-30-423,-319 132 499,62-28-354,428-192 1104,-510 219-567,-100 55 636,1 2-1,-95 68 1,120-77-546,-53 43-94,323-266-43,-179 152 0,1002-970-3120,-1044 1005 3111,0 0 0,-1 0 1,18-28-1,-28 39 9,0 1 0,1-1 0,-1 0 0,0 1 0,1-1 0,-1 0 0,0 1 0,0-1 0,0 0 0,0 1 0,0-1 0,1 0 0,-1 1 0,0-1 0,-1 0 0,1 1 0,0-1 0,0 0 0,0 1 0,0-1 0,0 0 0,-1 1 0,1-1 0,0 0 0,-1 1 0,1-2 0,-1 2 0,-1-1 0,1 0 0,0 1 0,0-1 0,-1 1 0,1 0 0,0-1 0,-1 1 0,1 0 0,0 0 0,-1-1 0,1 1 0,-1 0 0,1 1 0,0-1 0,-3 0 0,-22 6 0,0 0 0,0 1 0,-27 13 0,-175 76-164,-190 105-335,9 17 0,-460 328 1,834-521 728,2-3 20,0 2 0,-37 36 0,69-59-248,0 0 0,0 0 0,0-1 1,0 2-1,0-1 0,0 0 0,0 0 0,1 0 0,-1 0 1,0 0-1,1 1 0,-1-1 0,0 2 0,1-2-1,1-1-1,-1 0 0,0 1 0,0-1 0,1 0 0,-1 0 0,0 0 1,0 1-1,1-1 0,-1 0 0,0 0 0,1 0 0,-1 0 0,0 1 1,1-1-1,-1 0 0,0 0 0,1 0 0,-1 0 0,0 0 0,1 0 1,-1 0-1,1 0 0,-1 0 0,0 0 0,1 0 0,-1 0 1,0 0-1,1 0 0,-1-1 0,0 1 0,1 0 0,55-21-3,41-27-19,-2-4 0,116-84 0,-115 71-75,629-427-1090,-13-27 27,-554 389 878,-126 96 257,-32 34 25,0-1 0,0 1 0,1 0 0,-1 0 0,0 0-1,0 0 1,0-1 0,1 1 0,-1 0 0,0 0 0,0 0 0,0-1 0,0 1 0,0 0 0,0 0 0,1-1 0,-1 1 0,0 0 0,0 0 0,0-1 0,0 1 0,0 0 0,0-1 0,0 1-1,0 0 1,0 0 0,0-1 0,0 1 0,0 0 0,0 0 0,0-1 0,-1 1 0,1 0 0,0 0 0,0-1 0,0 1 0,0 0 0,0 0 0,0 0 0,-1-1 0,1 1 0,0 0-1,0 0 1,0 0 0,-1-1 0,1 1 0,0 0 0,0 0 0,0 0 0,-1 0 0,1 0 0,0 0 0,0-1 0,-1 1 0,1 0 0,0 0 0,-1 0 0,1 0 0,0 0 0,0 0-1,-1 0 1,1 0 0,0 0 0,0 0 0,-1 0 0,1 0 0,0 1 0,-22 5 0,1 2 0,0 0 0,-37 22 0,-176 101 0,-782 530-1930,594-353 3801,395-289-1606,6-4 211,0 1 0,1 1 0,1 0 0,-29 34 0,41-36-186,8-14-264,-1-1 0,1 1 0,-1-1-1,1 0 1,-1 1 0,1-1 0,-1 0 0,1 1 0,0-1 0,-1 0 0,1 0 0,0 1-1,-1-1 1,1 0 0,0 0 0,-1 0 0,1 0 0,0 0 0,-1 0 0,1 0 0,0 0-1,-1 0 1,1 0 0,0 0 0,-1-1 0,1 1 0,0 0 0,-1 0 0,1-1 0,0 1-1,0-1 1,30-9 301,0-2-1,-1-1 1,-1-1 0,49-32-1,-56 34-249,191-124-416,-7-9 0,245-223 1,-386 311 105,102-119 0,-160 169 233,30-44 0,-35 48 0,0 0 0,-1 0 0,1-1 0,-1 1 0,1-1 0,-1 0 0,0 1 0,0-1 0,-1 0 0,1 1 0,0-9 0,-2 11-1,1 0-1,0 0 1,0 0-1,0 0 1,0 0-1,-1 0 1,1 0-1,-1 0 1,1 1-1,0-1 1,-1 0-1,0 0 1,1 0-1,-1 0 0,1 1 1,-1-1-1,0 0 1,0 0-1,1 1 1,-1-1-1,0 1 1,0-1-1,0 1 1,0-1-1,0 1 1,-1-1-1,-29-2 207,16 4 11,0 0 0,1 2-1,-1 0 1,1 0 0,-1 1 0,-14 7-1,-82 44 592,90-44-717,-129 72-29,-263 196-1,287-175-60,124-102 0,12-11 0,44-38 0,138-130 0,159-152 0,-287 267 0,-32 37 0,-32 25 0,0 0 0,1 0 0,-1 0 0,0 0 0,0 0 0,0 0 0,0 1 0,0-1 0,0 0 0,0 0 0,1 0 0,-1 0 0,0 1 0,0-1 0,0 0 0,0 0 0,0 0 0,0 1 0,0-1 0,0 0 0,0 0 0,0 0 0,0 1 0,0-1 0,0 0 0,0 0 0,0 0 0,0 1 0,0-1 0,-1 0 0,1 0 0,0 0 0,0 0 0,0 1 0,0-1 0,0 0 0,0 0 0,0 0 0,-1 0 0,1 0 0,0 1 0,0-1 0,0 0 0,0 0 0,0 0 0,-1 0 0,1 0 0,0 0 0,-20 28 0,-472 525-1218,395-451 1068,-383 391 73,418-424 77,60-64 0,9-6 0,52-28 0,64-43-46,140-110 0,-225 155-26,1149-940-1874,-950 737 1500,-208 198 446,-25 27 0,-6 5 0,-45 43 0,-239 279 69,111-119 845,-289 332 1168,455-524-2035,-6 6 74,0 1 0,1 0 0,2 1 0,-14 26 0,25-45-116,0 1 1,1 0-1,-1 0 1,1 0-1,-1 0 1,1 0-1,0 0 1,-1 0-1,1 0 1,0 0-1,0 1 1,-1-1-1,1 0 1,0 0-1,0 0 1,0 0-1,1 0 1,-1 0-1,0 0 1,0 0 0,0 0-1,1 0 1,-1 0-1,1 1 1,-1-2-1,1 1 1,0 2-1,0-3 0,1 1 0,-1 0 0,1 0 0,-1-1 0,1 1 0,-1-1 0,1 0 0,-1 1 0,1-1 1,-1 0-1,1 0 0,-1 0 0,1 0 0,0 0 0,-1 0 0,3-1 0,5-1 2,0 0 1,0-1-1,0 0 0,-1 0 1,16-8-1,-6-2-7,-1 0 0,0-1 0,-1-1 0,0 0 0,-2-1 0,24-33 0,-20 23 0,-2-1 0,0 0 0,-2-1 0,13-35 0,-25 55 0,1 1 0,-1-1 0,0 1 0,-1-1 0,0 0 0,0 0 0,-1 1 0,0-1 0,-1-11 0,0 15 0,0 1 0,1-1 0,-1 1 0,-1-1 0,1 1 0,-1 0 0,1-1 0,-1 1 0,0 0 0,0 0 0,0 0 0,0 0 0,-1 1 0,1-1 0,-1 1 0,0-1 0,0 1 0,1 0 0,-2 0 0,1 0 0,0 0 0,-4-1 0,-9-2 0,1 1 0,-1 1 0,0 0 0,0 2 0,0-1 0,0 2 0,0 0 0,-27 4 0,-45-2 0,86-1 0,0-1 0,0 0 0,0 0 0,1-1 0,-1 1 0,0 0 0,0-1 0,1 1 0,-1-1 0,0 1 0,1-1 0,-1 0 0,1 0 0,-1 1 0,1-1 0,-1 0 0,1-1 0,-1 1 0,1 0 0,0 0 0,0 0 0,-1-1 0,1 1 0,0-1 0,0 1 0,1-1 0,-1 1 0,0-1 0,0 0 0,1 1 0,-1-1 0,1 0 0,-1 1 0,1-1 0,0 0 0,0 0 0,0 0 0,0 1 0,0-1 0,0 0 0,1-2 0,1-8 0,1-1 0,0 1 0,1-1 0,10-20 0,-6 13 0,181-423 0,-187 437 0,1 0 0,0 1 0,0 0 0,0 0 0,1 0 0,-1 0 0,1 0 0,0 1 0,1-1 0,-1 1 0,1 0 0,0 1 0,0-1 0,0 1 0,0 0 0,1 0 0,-1 0 0,1 1 0,0 0 0,0 0 0,-1 1 0,1-1 0,0 1 0,0 1 0,1-1 0,-1 1 0,0 0 0,0 0 0,0 1 0,9 1 0,-6 0 0,-1 0 0,0 0 0,0 1 0,1 0 0,-2 1 0,1 0 0,0 0 0,7 5 0,58 48 0,-44-34 0,5 3 0,-13-11 0,-1 1 0,0 1 0,19 22 0,-35-33 0,0-1 0,-1 1 0,0 0 0,0 0 0,-1 0 0,1 0 0,-1 0 0,-1 0 0,1 1 0,-1-1 0,0 1 0,0 6 0,-1 15 0,-3 43 0,0-24 0,1-27 0,-7 36 0,5-39 0,1 0 0,0 0 0,1 1 0,1 26 0,2-40 0,-1 1 0,1-1 0,-1 0 0,1 0 0,1 0 0,-1 0 0,0-1 0,1 1 0,0 0 0,0 0 0,0-1 0,0 1 0,1-1 0,-1 0 0,1 0 0,0 0 0,0 0 0,0 0 0,0 0 0,0-1 0,1 0 0,-1 0 0,8 4 0,106 37 0,-48-19 0,-42-13 0,27 9 0,105 26 0,-89-32-682,136 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0:27.8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1725 1857 24575,'-1'7'0,"-1"0"0,0 1 0,0-1 0,-1 0 0,0 0 0,0-1 0,-8 13 0,5-7 0,-6 7 0,8-12 0,-1 0 0,1 1 0,0-1 0,1 1 0,-3 9 0,5-16 0,1 1 0,0-1 0,-1 0 0,1 1 0,0-1 0,0 0 0,0 1 0,0-1 0,0 0 0,1 1 0,-1-1 0,0 0 0,1 1 0,-1-1 0,0 0 0,1 0 0,0 1 0,-1-1 0,1 0 0,0 0 0,-1 0 0,1 0 0,0 0 0,0 0 0,0 0 0,0 0 0,0 0 0,0 0 0,0-1 0,0 1 0,1 0 0,-1-1 0,0 1 0,0-1 0,1 1 0,-1-1 0,2 1 0,50 6 0,-43-7 0,1 1 0,-1 0 0,0 1 0,0 0 0,18 5 0,-26-6 0,0 0 0,-1 0 0,1 0 0,0 1 0,0-1 0,0 0 0,-1 1 0,1-1 0,-1 1 0,1-1 0,-1 1 0,1 0 0,-1 0 0,0 0 0,0-1 0,0 1 0,0 0 0,0 0 0,-1 0 0,1 1 0,0-1 0,-1 0 0,0 0 0,1 0 0,-1 0 0,0 1 0,0-1 0,0 0 0,-1 0 0,1 0 0,-1 4 0,0-3 0,0 0 0,1 0 0,0 0 0,0 0 0,0 0 0,0 0 0,0 0 0,0-1 0,1 1 0,-1 0 0,2 4 0,-1-6 0,0 1 0,0-1 0,0 1 0,1-1 0,-1 1 0,0-1 0,1 0 0,-1 0 0,1 0 0,-1 1 0,1-1 0,-1-1 0,1 1 0,0 0 0,-1 0 0,1-1 0,0 1 0,0-1 0,3 1 0,6 1 0,-1 0 0,1-1 0,0-1 0,0 0 0,0 0 0,0-1 0,16-4 0,74-22 0,-98 26 0,4-1 0,1 0 0,0 1 0,0 0 0,0 1 0,-1 0 0,1 0 0,11 2 0,-11-1 0,-1 0 0,0-1 0,1 0 0,-1 0 0,1-1 0,-1 0 0,9-2 0,-6-1 0,-18 4 0,-24 7 0,-317 126 0,336-128 0,7-2 0,0 0 0,0 0 0,-1-1 0,1 0 0,0 0 0,-1-1 0,0 0 0,-9 1 0,15-2 0,1 0 0,-1 0 0,1 0 0,-1 0 0,1-1 0,-1 1 0,1 0 0,-1 0 0,0 0 0,1 0 0,-1-1 0,1 1 0,0 0 0,-1 0 0,1-1 0,-1 1 0,1 0 0,-1-1 0,1 1 0,0-1 0,-1 1 0,1-1 0,0 1 0,-1 0 0,1-1 0,0 1 0,0-1 0,-1 1 0,1-1 0,0 1 0,0-1 0,0 0 0,0 1 0,0-1 0,0 1 0,0-1 0,0 1 0,0-1 0,0 1 0,0-1 0,0 1 0,0-1 0,0 0 0,0 1 0,0-1 0,1 1 0,-1-1 0,0 1 0,1-1 0,15-27 0,-14 25 0,22-30 0,-13 20 0,-1-1 0,-1-1 0,0 0 0,7-16 0,-15 30 0,-1-1 0,1 1 0,0 0 0,-1-1 0,1 1 0,-1 0 0,1-1 0,-1 1 0,0 0 0,1-1 0,-1 1 0,0-1 0,0 1 0,0 0 0,0-1 0,0 1 0,-1-1 0,1 1 0,0 0 0,-1-1 0,1 1 0,-1-1 0,1 1 0,-1 0 0,1 0 0,-1-1 0,0 1 0,0 0 0,0 0 0,0 0 0,0 0 0,0 0 0,0 0 0,0 0 0,0 0 0,0 0 0,0 1 0,-1-1 0,1 0 0,0 1 0,-1-1 0,1 1 0,0-1 0,-1 1 0,1 0 0,0-1 0,-1 1 0,-1 0 0,-8-1 0,1 1 0,-1 0 0,1 1 0,0 0 0,-16 4 0,-45 11 0,0 4 0,2 3 0,0 3 0,-96 51 0,142-64 0,-34 25 0,44-23 0,13-15 0,1 1 0,-1-1 0,1 1 0,-1-1 0,1 1 0,-1-1 0,1 1 0,-1-1 0,1 0 0,-1 1 0,1-1 0,0 0 0,-1 0 0,1 0 0,-1 1 0,1-1 0,0 0 0,-1 0 0,1 0 0,0 0 0,-1 0 0,1 0 0,0 0 0,-1 0 0,1 0 0,0 0 0,-1 0 0,1-1 0,-1 1 0,1 0 0,0-1 0,27-4 0,0-1 0,-1-1 0,35-14 0,88-33 0,-4-6 0,-2-7 0,148-92 0,-280 150 0,-22 13 0,-47 27 0,-105 73 0,-79 52-333,-468 312-1607,634-416 1715,-96 85 0,168-135 225,1 1 0,-1-1 0,1 1 0,0-1 0,-1 1 0,1 0 0,1 0 0,-3 3 0,4-5 0,0-1 0,0 0 0,0 1 0,0-1 0,0 0 0,0 0 0,0 1 0,0-1 0,1 0 0,-1 0 0,0 1 0,0-1 0,0 0 0,0 0 0,1 1 0,-1-1 0,0 0 0,0 0 0,0 0 0,1 1 0,-1-1 0,0 0 0,0 0 0,1 0 0,-1 0 0,0 0 0,0 1 0,1-1 0,-1 0 0,0 0 0,1 0 0,-1 0 0,0 0 0,0 0 0,1 0 0,-1 0 0,0 0 0,1 0 0,-1 0 0,0 0 0,0 0 0,1 0 0,-1-1 0,0 1 0,1 0 0,-1 0 0,0 0 0,0 0 0,1 0 0,-1-1 0,15-3 0,0-2 0,-1 0 0,15-8 0,144-85 0,76-59-707,300-249 0,-546 405 715,28-23 421,-1-1 0,-2-2 0,49-58 0,-75 84-389,0-1 1,0 0-1,-1 0 0,1 0 1,0 0-1,-1 0 0,0-1 1,0 1-1,0 0 0,0 0 1,0-7-1,-1 8-37,0 1 1,-1 0 0,1-1-1,-1 1 1,1-1-1,-1 1 1,0 0-1,1 0 1,-1-1-1,0 1 1,0 0-1,0 0 1,0 0-1,0 0 1,0 0-1,0 0 1,0 0-1,-1 0 1,1 0-1,0 1 1,-1-1 0,1 0-1,0 1 1,-1-1-1,1 1 1,0 0-1,-1-1 1,1 1-1,-1 0 1,-1 0-1,-12-3-3,0 2 0,0 0 0,0 0 0,0 2 0,-22 2 0,-85 20 0,91-17 0,-246 61 367,-367 141 0,576-185-367,58-24 0,16-10 0,23-17 0,2 1 0,57-40 0,-47 37 0,143-103-38,307-241 179,-472 358 12,-8 8-140,-1-1 0,0 0-1,-1-1 1,13-17 0,-21 27-13,-1 0 0,1-1 0,-1 1 0,0-1 0,1 1 0,-1-1 0,0 1 0,1-1 0,-1 0 0,0 1 0,0-1 0,1 1 0,-1-1 0,0 1 0,0-1 0,0 0 0,0 1 0,0-1 0,0 0 0,0 1 0,0-1 0,0 0 0,0 1 0,0-1 0,0 1 0,0-1 0,-1 0 0,1 1 0,0-1 0,0 1 0,-1-1 0,1 1 0,0-1 0,-1 1 0,1-1 0,-1 1 0,0-2 0,-1 1 0,-1 0 0,1 0 0,0 1 0,-1-1 0,1 0 0,-1 1 0,1 0 0,-1-1 0,-4 1 0,-19 2 104,-1 1 1,1 1 0,0 1-1,0 1 1,-27 11-1,50-16-93,-126 40 32,1 6 0,-209 108-1,303-132-42,34-21 0,6-3 0,25-12 0,406-240-53,-365 207-58,389-248-717,-391 251 828,-55 38 0,-15 5 0,0 0 0,0 1 0,1-1 0,-1 0 0,0 0 0,0 0 0,0 1 0,0-1 0,0 0 0,0 0 0,0 1 0,1-1 0,-1 0 0,0 0 0,0 0 0,0 1 0,0-1 0,0 0 0,0 0 0,0 1 0,0-1 0,0 0 0,0 0 0,-1 1 0,1-1 0,0 0 0,0 0 0,0 1 0,0-1 0,0 0 0,0 0 0,0 0 0,-1 1 0,1-1 0,0 0 0,0 0 0,0 0 0,0 1 0,-1-1 0,1 0 0,0 0 0,-13 17 0,0-2 0,-25 24 0,-111 99 0,88-83-14,-940 886-1446,978-918 1460,14-15 0,0 0 0,0 1 0,1 0 0,1 1 0,-1 0 0,-9 17 0,17-27 0,0 0 0,-1 1 0,1-1 0,0 0 0,0 1 0,0-1 0,-1 1 0,1-1 0,0 0 0,0 1 0,0-1 0,0 1 0,0-1 0,0 0 0,-1 1 0,1-1 0,0 1 0,0-1 0,0 0 0,1 1 0,-1-1 0,0 1 0,0-1 0,0 1 0,0-1 0,0 0 0,0 1 0,0-1 0,1 0 0,-1 1 0,0-1 0,0 1 0,1-1 0,-1 0 0,0 0 0,1 1 0,-1-1 0,0 0 0,1 1 0,-1-1 0,0 0 0,1 0 0,-1 0 0,0 1 0,1-1 0,-1 0 0,1 0 0,-1 0 0,1 0 0,4 0 21,1 0-1,-1-1 1,0 0-1,0 0 0,0 0 1,0-1-1,8-3 1,44-17 689,103-59-1,45-48-414,-176 110-336,535-368-342,-520 349 383,-42 29 0,-14 9 0,-23 11 0,1 1 0,1 2 0,-33 18 0,22-10 0,-357 184-86,39-19 249,298-158-1,51-28-162,14-12 0,15-15 0,0 0 0,2 2 0,26-30 0,-5 7 0,165-197 3,105-134 2,-298 363-5,-6 10 0,0 0 0,-1-1 0,0 0 0,0 0 0,0 0 0,-1 0 0,1-1 0,-2 0 0,1 1 0,2-10 0,-5 16 0,0-1 0,0 1 0,0-1 0,0 1 0,0-1 0,0 1 0,0-1 0,-1 1 0,1-1 0,0 1 0,0 0 0,0-1 0,0 1 0,-1-1 0,1 1 0,0 0 0,0-1 0,-1 1 0,1-1 0,0 1 0,-1 0 0,1 0 0,0-1 0,-1 1 0,1 0 0,0-1 0,-1 1 0,1 0 0,-1 0 0,1 0 0,-1 0 0,1-1 0,0 1 0,-1 0 0,1 0 0,-1 0 0,1 0 0,-1 0 0,1 0 0,-1 0 0,1 0 0,-1 0 0,1 0 0,-1 1 0,-9 1 2,0 2 1,0-1-1,0 1 1,1 1 0,0 0-1,0 0 1,0 1 0,-9 7-1,-1 1 102,-136 92 215,-234 210 0,383-310-319,-1 1 0,1 0 0,0 1 0,0-1 0,-5 11 0,10-17 0,1 0 0,-1 0 0,0 0 0,1 0 0,-1 0 0,1 0 0,-1 0 0,1 0 0,-1 0 0,1 1 0,0-1 0,0 0 0,-1 0 0,1 0 0,0 1 0,0-1 0,0 0 0,0 0 0,0 0 0,1 1 0,-1-1 0,0 0 0,1 0 0,-1 0 0,0 0 0,1 1 0,0-1 0,-1 0 0,1 0 0,-1 0 0,1 0 0,0 0 0,0-1 0,0 1 0,0 0 0,-1 0 0,1 0 0,0-1 0,0 1 0,0 0 0,1-1 0,-1 1 0,0-1 0,0 1 0,0-1 0,0 0 0,0 1 0,1-1 0,-1 0 0,0 0 0,0 0 0,2 0 0,14 0 0,0 0 0,0-1 0,0-1 0,0 0 0,-1-1 0,1-1 0,27-11 0,-34 12 0,417-165 0,-262 97 0,-116 50 0,-33 10 0,-16 11 0,0-1 0,0 1 0,0 0 0,0 0 0,0 0 0,0-1 0,0 1 0,0 0 0,0 0 0,-1 0 0,1-1 0,0 1 0,0 0 0,0 0 0,0 0 0,0 0 0,0-1 0,0 1 0,0 0 0,-1 0 0,1 0 0,0 0 0,0-1 0,0 1 0,0 0 0,0 0 0,-1 0 0,1 0 0,0 0 0,0 0 0,0 0 0,-1 0 0,1 0 0,0-1 0,0 1 0,0 0 0,0 0 0,-1 0 0,1 0 0,0 0 0,-1 0 0,-31-1 0,-27 9 0,-65 15 0,-52 7 0,174-30 0,0 1 0,-1-1 0,1 1 0,0-1 0,-1 0 0,1 0 0,0 0 0,0-1 0,-1 1 0,1 0 0,0-1 0,0 0 0,-1 1 0,1-1 0,0 0 0,0 0 0,0 0 0,0 0 0,0-1 0,0 1 0,1 0 0,-1-1 0,0 1 0,1-1 0,-1 0 0,1 0 0,-1 1 0,1-1 0,0 0 0,0 0 0,0 0 0,0 0 0,0-1 0,0 1 0,0 0 0,1 0 0,-1 0 0,1-5 0,-1 3 0,1 1 0,-1-1 0,1 0 0,-1 0 0,0 0 0,0 0 0,-1 1 0,1-1 0,-1 1 0,0-1 0,0 1 0,0 0 0,0-1 0,-4-2 0,4 4 0,-1 1 0,1 0 0,0-1 0,-1 1 0,1 0 0,-1 0 0,0 1 0,1-1 0,-1 0 0,0 1 0,1 0 0,-1 0 0,0-1 0,0 2 0,1-1 0,-1 0 0,0 0 0,0 1 0,1 0 0,-1-1 0,-3 3 0,-14 4 0,-1 1 0,2 2 0,-1 0 0,1 1 0,-18 14 0,25-15 0,13-7 0,22-15 0,4-10 0,0-1 0,-1-1 0,-2-2 0,23-29 0,-46 54 0,0 0 0,0 0 0,0 0 0,0 0 0,0 0 0,-1 0 0,1 0 0,0 0 0,-1-1 0,1 1 0,0 0 0,-1-1 0,0 1 0,1 0 0,-1-1 0,0 1 0,0 0 0,0-1 0,1 1 0,-2-1 0,1 1 0,0 0 0,0-1 0,0 1 0,-1-1 0,1 1 0,0 0 0,-1-1 0,1 1 0,-1 0 0,0 0 0,1-1 0,-1 1 0,-1-1 0,-1 0 0,1 1 0,-1-1 0,1 1 0,-1 0 0,0 0 0,0 0 0,0 0 0,1 1 0,-1-1 0,0 1 0,0 0 0,0-1 0,0 1 0,0 1 0,0-1 0,-5 1 0,-18 4 0,0 1 0,0 1 0,0 1 0,-29 14 0,-93 54 0,133-69 0,27-18 0,11-9 0,31-37 0,-2-3 0,-3-2 0,-2-3 0,49-90 0,-94 153 0,-1-1 0,1 0 0,-1 0 0,1 0 0,-1 0 0,0 0 0,0 0 0,0 0 0,-1 0 0,1-1 0,-1 1 0,0 0 0,0 0 0,0-1 0,0 1 0,0 0 0,-1 0 0,1-1 0,-3-3 0,2 4 0,-1 0 0,0 1 0,0-1 0,-1 1 0,1 0 0,0 0 0,-1 0 0,1 0 0,-1 0 0,0 0 0,0 1 0,1-1 0,-1 1 0,0 0 0,0 0 0,0 0 0,-1 0 0,1 0 0,-5 0 0,-12-1 0,0 0 0,0 1 0,-21 2 0,-17 0 0,56-1 0,-1 0 0,1 0 0,0 0 0,-1 0 0,1-1 0,0 1 0,0-1 0,-1 0 0,1 0 0,0 0 0,0 0 0,0 0 0,0 0 0,0 0 0,0-1 0,0 1 0,0 0 0,1-1 0,-1 0 0,0 1 0,1-1 0,0 0 0,-1 0 0,1 0 0,0 0 0,0 0 0,0 0 0,0 0 0,0-1 0,1 1 0,-1 0 0,0 0 0,1-1 0,0 1 0,0 0 0,0-1 0,0 1 0,0 0 0,1-5 0,0-8 0,2-1 0,0 1 0,1 0 0,9-23 0,-12 35 0,11-27 0,2 0 0,0 1 0,28-39 0,-40 64 0,0 1 0,0 0 0,0-1 0,0 0 0,-1 1 0,1-1 0,-1 0 0,0 0 0,0 0 0,0-6 0,-1 9 0,0 0 0,0 1 0,0-1 0,0 0 0,0 0 0,0 0 0,-1 1 0,1-1 0,0 0 0,-1 0 0,1 1 0,0-1 0,-1 0 0,1 0 0,-1 1 0,1-1 0,-1 1 0,0-1 0,1 0 0,-1 1 0,-1-1 0,1 0 0,-1 0 0,0 0 0,0 1 0,0-1 0,0 1 0,0 0 0,0-1 0,0 1 0,0 0 0,0 0 0,0 0 0,-3 1 0,-15 2 0,0 0 0,1 1 0,-31 12 0,42-13 0,-1 0 0,1 1 0,0 0 0,0 1 0,0 0 0,0 0 0,1 1 0,0 0 0,-13 14 0,19-20 0,0 1 0,0 0 0,1 0 0,-1 0 0,0 0 0,0 1 0,1-1 0,-1 0 0,0 0 0,1 0 0,-1 1 0,1-1 0,0 0 0,-1 0 0,1 1 0,0-1 0,0 0 0,0 1 0,0-1 0,0 0 0,0 1 0,0-1 0,0 0 0,0 1 0,1 1 0,1-2 0,-1 1 0,0-1 0,0 1 0,1-1 0,-1 0 0,1 0 0,-1 0 0,1 0 0,-1 0 0,1 0 0,0 0 0,-1 0 0,1-1 0,0 1 0,3 0 0,7 1 0,-1 0 0,1 0 0,0-2 0,18 0 0,-20 0 0,0-1 0,-1 0 0,1-1 0,-1 0 0,1-1 0,-1 0 0,0 0 0,0-1 0,0 0 0,11-8 0,-20 12 0,1 0 0,-1 0 0,0 0 0,0 0 0,0 0 0,0 0 0,1 0 0,-1 0 0,0 0 0,0 0 0,0 0 0,0 0 0,1-1 0,-1 1 0,0 0 0,0 0 0,0 0 0,0 0 0,0 0 0,0 0 0,1-1 0,-1 1 0,0 0 0,0 0 0,0 0 0,0-1 0,0 1 0,0 0 0,0 0 0,0 0 0,0 0 0,0-1 0,0 1 0,0 0 0,0 0 0,0 0 0,0-1 0,0 1 0,0 0 0,0 0 0,0 0 0,0 0 0,0-1 0,0 1 0,0 0 0,-1 0 0,1 0 0,0 0 0,0-1 0,0 1 0,0 0 0,0 0 0,0 0 0,-1 0 0,-14-2 0,-22 5 0,-5 7 0,-59 23 0,-16 4 0,88-33 0,29-4 0,0 0 0,0 0 0,-1 0 0,1 0 0,0 0 0,0 0 0,-1 0 0,1 0 0,0 0 0,0 0 0,0 0 0,-1 0 0,1 0 0,0 0 0,0 0 0,-1 0 0,1-1 0,0 1 0,0 0 0,0 0 0,-1 0 0,1 0 0,0 0 0,0 0 0,0-1 0,0 1 0,-1 0 0,1 0 0,0 0 0,0 0 0,0-1 0,0 1 0,0 0 0,0 0 0,-1-1 0,1 1 0,0 0 0,0 0 0,0 0 0,0-1 0,0 1 0,0 0 0,0 0 0,0-1 0,8-10 0,14-9 0,-10 12 0,-5 3 0,0 1 0,0-2 0,0 1 0,-1-1 0,0 0 0,0 0 0,6-9 0,-11 15 0,-1-1 0,0 1 0,1-1 0,-1 1 0,0-1 0,1 0 0,-1 1 0,0-1 0,0 0 0,1 1 0,-1-1 0,0 0 0,0 1 0,0-1 0,0 0 0,0 1 0,0-1 0,0 0 0,0 1 0,0-1 0,0 0 0,0 1 0,-1-1 0,1 0 0,0 1 0,0-1 0,-1 1 0,1-1 0,0 0 0,-1 1 0,1-1 0,-1 1 0,1-1 0,-1 1 0,1-1 0,-1 1 0,1-1 0,-1 1 0,1 0 0,-1-1 0,1 1 0,-1 0 0,0-1 0,-1 1 0,-31-7 0,17 7 0,0 1 0,0 0 0,0 1 0,0 1 0,0 0 0,1 2 0,0-1 0,-21 10 0,-6 6 0,-63 40 0,103-59 0,-10 5 0,21-21 0,320-334 0,24-28 0,-347 370 0,0-1 0,0 1 0,-1-1 0,7-13 0,-12 21 0,0-1 0,0 1 0,0 0 0,0-1 0,1 1 0,-1 0 0,0-1 0,0 1 0,0 0 0,0-1 0,0 1 0,0 0 0,0-1 0,0 1 0,0 0 0,0-1 0,0 1 0,0 0 0,0-1 0,-1 1 0,1 0 0,0-1 0,0 1 0,0 0 0,0-1 0,0 1 0,-1 0 0,1 0 0,0-1 0,0 1 0,-1 0 0,1 0 0,0-1 0,0 1 0,-1 0 0,1 0 0,0 0 0,-1-1 0,1 1 0,0 0 0,-1 0 0,-2 0 0,0 0 0,0 0 0,0 0 0,0 1 0,0-1 0,0 1 0,0 0 0,0 0 0,-3 1 0,-26 11 0,0 1 0,1 1 0,-52 36 0,33-15 0,-59 55 0,99-82 0,-80 79 0,80-77 0,0 0 0,1 1 0,0 0 0,1 1 0,1 0 0,-8 17 0,14-29 0,1 0 0,-1 1 0,1-1 0,-1 0 0,1 1 0,-1-1 0,1 0 0,0 1 0,0-1 0,0 1 0,0-1 0,0 0 0,0 1 0,0-1 0,0 1 0,0-1 0,1 0 0,-1 1 0,0-1 0,1 0 0,-1 1 0,1-1 0,0 0 0,-1 0 0,1 1 0,0-1 0,0 0 0,0 0 0,0 0 0,0 0 0,0 0 0,0 0 0,0 0 0,0-1 0,0 1 0,2 1 0,3 0 0,-1 0 0,1-1 0,0 1 0,-1-1 0,1 0 0,0-1 0,0 1 0,8-1 0,26-4 0,0-1 0,0-2 0,-1-1 0,0-3 0,46-18 0,334-143-671,-8-33 0,-198 92 671,-199 105 0,-10 6 0,-1 0 0,1-1 0,-1 1 0,1 1 0,-1-1 0,1 0 0,0 1 0,0 0 0,0 0 0,0 0 0,0 0 0,0 1 0,0 0 0,0 0 0,5 0 0,-8 0-1,0 1-1,-1-1 0,1 1 1,0 0-1,-1-1 1,1 1-1,0 0 0,-1-1 1,1 1-1,-1 0 1,1 0-1,-1-1 0,1 1 1,-1 0-1,1 0 1,-1 0-1,0 0 0,0 0 1,1 0-1,-1 0 1,0 0-1,0-1 0,0 1 1,0 2-1,-2 27 126,1-25-44,-16 93 396,-35 110 0,13-60-250,-31 202-226,57-254 0,-1 161 0,14-238 0,1 0 0,1 0 0,1-1 0,0 1 0,1-1 0,1 0 0,1 0 0,0 0 0,2-1 0,0 0 0,0 0 0,2-1 0,0 0 0,1 0 0,0-1 0,1-1 0,23 21 0,36 25 0,83 55 0,-81-63 0,86 79 0,-114-85 0,-2 2 0,-2 2 0,-2 1 0,-3 2 0,31 60 0,-17-14 0,-4 1 0,35 117 0,-65-171 0,-3 0 0,-2 2 0,-1-1 0,-3 1 0,-2 1 0,-2-1 0,-2 1 0,-7 58 0,4-93 0,0 0 0,-1 0 0,-1 0 0,-6 14 0,8-24 0,1-1 0,-1 1 0,0-1 0,0 1 0,-1-1 0,1 0 0,-1 0 0,-4 5 0,5-7 0,1 0 0,-1 0 0,1 0 0,-1 0 0,1-1 0,-1 1 0,0 0 0,1-1 0,-1 1 0,0-1 0,1 0 0,-1 1 0,0-1 0,0 0 0,1 0 0,-1 0 0,0 0 0,1 0 0,-1-1 0,-2 1 0,-11-8-1365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0:33.9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24575,'0'515'0,"0"-511"0,0 1 0,0-1 0,0 1 0,1-1 0,-1 0 0,1 1 0,0-1 0,3 6 0,-4-9 0,1 0 0,0 0 0,0 0 0,0 0 0,0 0 0,0 0 0,0 0 0,0 0 0,0 0 0,0 0 0,0-1 0,1 1 0,-1 0 0,0-1 0,0 1 0,1-1 0,-1 1 0,0-1 0,1 0 0,-1 1 0,1-1 0,-1 0 0,0 0 0,1 0 0,-1 0 0,1 0 0,-1-1 0,0 1 0,3-1 0,8-2 0,0-1 0,0 0 0,0-1 0,0-1 0,-1 0 0,0 0 0,0-1 0,-1 0 0,19-17 0,-18 14 0,0 1 0,1 0 0,0 1 0,1 1 0,-1 0 0,26-10 0,-36 17 0,-1-1 0,1 1 0,-1-1 0,1 1 0,-1 0 0,1 0 0,0 0 0,-1 0 0,1 0 0,-1 0 0,1 1 0,-1-1 0,1 0 0,-1 1 0,1 0 0,-1-1 0,1 1 0,-1-1 0,0 1 0,1 0 0,-1 0 0,0 0 0,1 0 0,-1 0 0,0 0 0,0 0 0,0 1 0,0-1 0,0 0 0,0 0 0,-1 1 0,1-1 0,0 1 0,-1-1 0,1 0 0,-1 1 0,1-1 0,-1 1 0,0 0 0,1 1 0,1 5 0,-1 1 0,0 0 0,0 0 0,-1 0 0,-2 15 0,-8 31 0,7-44 0,1 0 0,-1 1 0,2-1 0,0 0 0,0 1 0,1-1 0,2 22 0,-1-30 0,0 0 0,1 0 0,-1-1 0,1 1 0,0 0 0,-1-1 0,1 1 0,0-1 0,1 0 0,-1 1 0,0-1 0,1 0 0,-1 0 0,1-1 0,-1 1 0,1 0 0,0-1 0,0 0 0,0 1 0,0-1 0,3 0 0,6 3 0,0-1 0,1-1 0,23 2 0,15-3 0,-1-3 0,0-1 0,0-3 0,0-3 0,-1-1 0,71-25 0,-95 25 0,-18 7 0,-1 1 0,1-1 0,0 1 0,13-2 0,-19 4 0,-1 0 0,0 0 0,0 0 0,0-1 0,1 1 0,-1 0 0,0 0 0,0 0 0,1 0 0,-1 0 0,0 0 0,0 0 0,1 0 0,-1 0 0,0 0 0,0 0 0,1 0 0,-1 0 0,0 0 0,0 1 0,1-1 0,-1 0 0,0 0 0,0 0 0,0 0 0,1 0 0,-1 0 0,0 1 0,0-1 0,0 0 0,1 0 0,-1 0 0,0 0 0,0 1 0,0-1 0,0 0 0,0 0 0,0 1 0,1-1 0,-1 0 0,0 0 0,0 0 0,0 1 0,0-1 0,0 0 0,0 0 0,0 1 0,0-1 0,0 0 0,0 0 0,0 1 0,0-1 0,0 0 0,0 0 0,0 1 0,0-1 0,-1 0 0,1 0 0,0 1 0,0-1 0,0 0 0,0 0 0,-12 16 0,10-13 0,-17 20 0,0 0 0,2 1 0,1 1 0,1 1 0,-21 48 0,35-72 0,0 0 0,1 0 0,-1 0 0,0 0 0,1 0 0,0 0 0,-1 0 0,1 0 0,0 0 0,0 0 0,0 1 0,0-1 0,1 0 0,-1 0 0,1 0 0,-1 0 0,1 0 0,-1 0 0,1 0 0,0-1 0,0 1 0,1 2 0,0-2 0,0 0 0,0-1 0,0 1 0,1-1 0,-1 1 0,0-1 0,0 0 0,1 0 0,-1 0 0,1 0 0,-1 0 0,1-1 0,-1 1 0,6 0 0,5-1 0,-1 1 0,0-2 0,0 0 0,1 0 0,-1-1 0,13-4 0,15-8 0,-2-2 0,0-1 0,-1-2 0,-1-1 0,41-31 0,-64 38 0,-13 12 0,0 1 0,0 0 0,0 0 0,0-1 0,0 1 0,0 0 0,-1-1 0,1 1 0,0 0 0,0 0 0,0-1 0,0 1 0,0 0 0,0 0 0,0-1 0,0 1 0,-1 0 0,1 0 0,0 0 0,0-1 0,0 1 0,0 0 0,-1 0 0,1 0 0,0 0 0,0-1 0,-1 1 0,1 0 0,0 0 0,0 0 0,-1 0 0,1 0 0,0 0 0,-1 0 0,-2-1 0,0 0 0,0 1 0,-1 0 0,1 0 0,0 0 0,0 0 0,0 0 0,-1 1 0,-3 0 0,-209 63 0,77-20 0,25-9 0,-181 43 0,290-77 0,-1 0 0,0 0 0,1-1 0,-1 0 0,0 0 0,0 0 0,1-1 0,-1 1 0,-9-4 0,13 3 0,0 1 0,0-1 0,1-1 0,-1 1 0,0 0 0,1 0 0,-1-1 0,1 1 0,0 0 0,-1-1 0,1 0 0,0 1 0,0-1 0,0 0 0,0 1 0,0-1 0,0 0 0,1 0 0,-1 0 0,0 0 0,1 0 0,0 0 0,-1 0 0,1 0 0,0 0 0,0 0 0,0 0 0,0 0 0,1 0 0,-1 0 0,1-2 0,1-10 0,1 0 0,0 1 0,1-1 0,1 1 0,11-24 0,41-62 0,-9 17 0,-18 41 0,-29 40 0,-3 3 0,-16 17 0,-37 38 0,-52 47 0,82-78 0,24-25 0,1-1 0,0 0 0,0 0 0,-1 1 0,1-1 0,0 0 0,0 1 0,-1-1 0,1 0 0,0 1 0,0-1 0,0 0 0,0 1 0,0-1 0,0 1 0,0-1 0,0 0 0,0 1 0,0-1 0,0 0 0,0 1 0,0-1 0,0 1 0,0-1 0,0 0 0,0 1 0,0-1 0,1 1 0,0-1 0,0 0 0,0 1 0,0-1 0,0 0 0,-1 0 0,1 0 0,0 0 0,0 0 0,0 0 0,0 0 0,0 0 0,0 0 0,0 0 0,-1 0 0,1-1 0,1 1 0,15-5-195,-1 0 0,0-1 0,-1-1 0,1 0 0,-1-1 0,14-10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5:54.6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1555 346 24575,'-4'0'0,"1"1"0,-1 1 0,0-1 0,0 0 0,1 1 0,-1 0 0,1 0 0,0 0 0,-1 0 0,1 1 0,0-1 0,0 1 0,-4 4 0,-2 2 0,-40 38 0,29-26 0,-39 30 0,53-46 0,-1-1 0,0 0 0,0 0 0,-1 0 0,1-1 0,-1 0 0,1 0 0,-1-1 0,0 0 0,-13 2 0,19-4 0,0 0 0,0 0 0,0 0 0,0 0 0,0 0 0,0 0 0,0-1 0,0 1 0,0-1 0,0 1 0,0-1 0,0 0 0,0 0 0,0 1 0,1-2 0,-1 1 0,0 0 0,1 0 0,-1 0 0,1-1 0,-1 1 0,1-1 0,-1 1 0,1-1 0,-1-2 0,-2-4 0,0 0 0,1 0 0,0 0 0,-4-17 0,7 19 0,-2 0 0,1 1 0,-1-1 0,0 0 0,0 1 0,0-1 0,-1 1 0,0 0 0,0 0 0,-6-8 0,8 12 0,0 0 0,0 1 0,1-1 0,-1 0 0,0 1 0,0-1 0,0 1 0,0-1 0,0 1 0,0 0 0,0-1 0,0 1 0,0 0 0,0 0 0,0 0 0,0-1 0,0 1 0,0 0 0,0 0 0,0 1 0,0-1 0,0 0 0,0 0 0,0 0 0,0 1 0,0-1 0,0 0 0,0 1 0,0-1 0,0 1 0,0-1 0,0 1 0,0 0 0,0-1 0,1 1 0,-1 0 0,0 0 0,1-1 0,-1 1 0,0 0 0,1 0 0,-1 0 0,0 1 0,0 0 0,0-1 0,0 0 0,0 0 0,0 0 0,0 0 0,0 0 0,-1 0 0,1 0 0,0 0 0,-1 0 0,1 0 0,0-1 0,-1 1 0,-2 0 0,3-1 0,1 0 0,0 0 0,0 0 0,0 0 0,-1 0 0,1 0 0,0 0 0,0 0 0,-1 0 0,1 0 0,0 0 0,0 0 0,0 0 0,-1 0 0,1 0 0,0 0 0,0 0 0,0 0 0,-1-1 0,1 1 0,0 0 0,0 0 0,0 0 0,0 0 0,0 0 0,-1-1 0,1 1 0,0 0 0,0 0 0,0 0 0,0-1 0,0 1 0,0 0 0,0 0 0,0 0 0,0-1 0,0 1 0,0 0 0,0 0 0,0-1 0,3-12 0,9-10 0,1 3 0,-7 11 0,0-1 0,1 1 0,0 0 0,1 1 0,11-11 0,-11 12 0,-3 4 0,0-1 0,-1 0 0,0 0 0,0 0 0,4-5 0,-7 7 0,0 1 0,-1 0 0,1 0 0,0-1 0,-1 1 0,1 0 0,-1-1 0,1 1 0,-1-1 0,0 1 0,0-1 0,1 1 0,-1-1 0,0 1 0,0-1 0,-1 1 0,1-1 0,0 1 0,0 0 0,-1-1 0,1 1 0,-1-1 0,1 1 0,-1 0 0,0-2 0,-1-1 0,0 0 0,0-1 0,0 1 0,1 0 0,-1-1 0,1 1 0,0-1 0,1 1 0,-1-1 0,1 1 0,0-1 0,1-7 0,1 0 0,1 1 0,0 0 0,6-17 0,-5 18 0,0 0 0,-1 0 0,0-1 0,2-19 0,-5 30 0,1-1 0,-1 0 0,0 1 0,0-1 0,0 0 0,0 1 0,0-1 0,0 0 0,0 1 0,0-1 0,-1 0 0,1 1 0,0-1 0,0 0 0,0 1 0,-1-1 0,1 1 0,0-1 0,-1 0 0,1 1 0,0-1 0,-1 1 0,1-1 0,-1 1 0,1-1 0,-1 1 0,1 0 0,-1-1 0,1 1 0,-1-1 0,0 1 0,1 0 0,-1 0 0,1-1 0,-1 1 0,0 0 0,1 0 0,-1 0 0,0 0 0,1 0 0,-1-1 0,0 1 0,1 0 0,-1 1 0,0-1 0,1 0 0,-1 0 0,0 0 0,0 1 0,-35 13 0,9 2 0,0 2 0,1 1 0,-39 35 0,-64 79 0,84-81 0,85-88 0,84-102 0,-131 146 0,0 0 0,0 0 0,2 1 0,-1 0 0,1 0 0,0 0 0,0 1 0,1 0 0,1-1 0,-4 16 0,7-23 0,0-1 0,0 1 0,0-1 0,0 1 0,0-1 0,0 1 0,0-1 0,1 0 0,-1 1 0,1-1 0,-1 1 0,1-1 0,-1 0 0,1 1 0,0-1 0,0 0 0,-1 0 0,1 1 0,0-1 0,0 0 0,0 0 0,1 0 0,-1 0 0,0 0 0,0-1 0,0 1 0,1 0 0,1 0 0,3 2 0,1-1 0,0 0 0,0-1 0,15 2 0,-18-3 0,1 0 0,-1 1 0,0-1 0,0 1 0,1 0 0,-1 0 0,0 1 0,0-1 0,0 1 0,0 0 0,0 0 0,-1 0 0,5 3 0,-5 0 0,0 0 0,0 0 0,0 0 0,-1 1 0,0-1 0,0 1 0,0-1 0,-1 1 0,0 0 0,0-1 0,0 12 0,0-9 0,0 0 0,0-1 0,1 1 0,4 14 0,-5-20 0,1 1 0,-1 0 0,1-1 0,-1 0 0,1 1 0,0-1 0,0 0 0,0 0 0,0 0 0,0 0 0,0 0 0,1 0 0,-1-1 0,1 1 0,-1-1 0,1 0 0,4 2 0,5 0 0,1-1 0,-1 0 0,1 0 0,0-1 0,0-1 0,-1 0 0,1-1 0,0-1 0,0 0 0,18-5 0,34-4 0,-62 11 0,-1 0 0,1-1 0,-1 1 0,1 0 0,0 0 0,-1 1 0,1-1 0,-1 1 0,1-1 0,-1 1 0,1 0 0,-1 0 0,1 0 0,-1 0 0,0 0 0,1 0 0,2 3 0,-3-2 0,-1-1 0,0 1 0,0 0 0,0 0 0,0-1 0,0 1 0,-1 0 0,1 0 0,0 0 0,-1 0 0,1 0 0,-1 0 0,0 0 0,0 0 0,1 0 0,-1 0 0,-1 0 0,1 0 0,0 0 0,0 0 0,-1 0 0,-1 3 0,1 2 0,-2 2 0,1-1 0,0 1 0,1 0 0,0 0 0,0 11 0,1-18 0,0 0 0,0 1 0,1-1 0,-1 0 0,1 0 0,-1 0 0,1 0 0,0 0 0,0 0 0,0 0 0,0 0 0,0 0 0,1 0 0,-1-1 0,0 1 0,1 0 0,-1-1 0,1 1 0,0-1 0,-1 0 0,1 1 0,0-1 0,0 0 0,0 0 0,0 0 0,4 1 0,7 2 0,0-1 0,1-1 0,-1 0 0,1-1 0,-1 0 0,1-1 0,-1 0 0,1-1 0,0-1 0,17-4 0,15-6 0,70-26 0,-82 23 0,-26 10 0,0 2 0,1-1 0,-1 1 0,1 0 0,12-2 0,-21 5 0,0 0 0,0 0 0,1 0 0,-1 0 0,0 0 0,0 0 0,0 0 0,0 0 0,1 0 0,-1 0 0,0 0 0,0 0 0,0 0 0,1 0 0,-1 0 0,0 0 0,0 0 0,0 0 0,0 0 0,1 0 0,-1 0 0,0 0 0,0 0 0,0 0 0,0 1 0,0-1 0,1 0 0,-1 0 0,0 0 0,0 0 0,0 0 0,0 0 0,0 1 0,0-1 0,0 0 0,1 0 0,-1 0 0,0 0 0,0 1 0,0-1 0,0 0 0,0 0 0,0 0 0,0 0 0,0 1 0,0-1 0,-5 11 0,-12 10 0,-36 33 0,28-30 0,-43 52 0,67-75 0,0 0 0,0 1 0,0-1 0,0 1 0,0-1 0,1 1 0,-1 0 0,0-1 0,1 1 0,-1 0 0,1-1 0,-1 4 0,1-4 0,1-1 0,-1 1 0,0-1 0,0 1 0,0-1 0,0 1 0,0-1 0,1 1 0,-1-1 0,0 0 0,0 1 0,1-1 0,-1 1 0,0-1 0,1 1 0,-1-1 0,0 0 0,1 1 0,-1-1 0,1 0 0,-1 1 0,0-1 0,1 0 0,-1 0 0,1 1 0,0-1 0,2 1 0,0-1 0,0 0 0,-1 0 0,1 0 0,0 0 0,0 0 0,0 0 0,-1-1 0,1 1 0,0-1 0,-1 0 0,1 0 0,4-2 0,1-1 0,6-2 0,-1 0 0,0-1 0,23-17 0,-32 21 0,0-1 0,0 1 0,-1-1 0,1 0 0,-1 0 0,0-1 0,-1 1 0,1 0 0,-1-1 0,0 0 0,0 0 0,0 0 0,0 1 0,-1-2 0,1-4 0,0 0 0,-1-1 0,-1 1 0,1-1 0,-2-13 0,0 21 0,1 0 0,0 0 0,-1 1 0,1-1 0,-1 0 0,0 0 0,0 0 0,0 1 0,0-1 0,0 1 0,-1-1 0,1 1 0,-1-1 0,0 1 0,1 0 0,-1 0 0,0 0 0,0 0 0,-1 0 0,-2-2 0,4 4 0,0 0 0,-1 0 0,1 0 0,0 0 0,0 1 0,-1-1 0,1 0 0,0 1 0,0-1 0,-1 1 0,1-1 0,0 1 0,0-1 0,0 1 0,0 0 0,0 0 0,0 0 0,0-1 0,-1 3 0,-3 4 0,18-9 0,-6-1 0,0-1 0,-1 0 0,0 0 0,0 0 0,0-1 0,0 0 0,0 0 0,-1-1 0,0 1 0,0-1 0,-1 0 0,6-9 0,5-12 0,20-49 0,-24 50 0,1-3 0,-2 0 0,13-60 0,-14 58 0,-2 23 0,-6 8 0,-1 0 0,1 1 0,-1-1 0,1 0 0,-1 1 0,0-1 0,1 0 0,-1 1 0,1-1 0,-1 1 0,0-1 0,0 1 0,1-1 0,-1 1 0,0-1 0,0 1 0,0-1 0,1 1 0,-1-1 0,0 1 0,0-1 0,0 1 0,0-1 0,0 2 0,2 17 0,0 0 0,-1 0 0,-2 24 0,0-21 0,1 1 0,5 34 0,-4-51 0,0 0 0,1 1 0,-1-1 0,1 0 0,1-1 0,-1 1 0,1 0 0,0-1 0,0 1 0,1-1 0,0 0 0,0 0 0,7 7 0,-8-10 0,0 0 0,0 0 0,0 0 0,0 0 0,0-1 0,1 0 0,-1 1 0,0-1 0,1 0 0,-1-1 0,1 1 0,0 0 0,-1-1 0,1 0 0,-1 0 0,1 0 0,0 0 0,5-2 0,-7 2 0,0-1 0,0 1 0,0-1 0,0 0 0,0 1 0,0-1 0,0 0 0,0 0 0,-1 0 0,1 0 0,0 0 0,-1-1 0,1 1 0,0 0 0,-1-1 0,0 0 0,1 1 0,-1-1 0,0 0 0,0 1 0,0-1 0,0 0 0,0 0 0,0 0 0,-1 0 0,1 0 0,-1 0 0,1 0 0,-1 0 0,0 0 0,0 0 0,1 0 0,-2-2 0,1 0 0,-1 1 0,0-1 0,0 1 0,-1-1 0,1 1 0,-1 0 0,0-1 0,1 1 0,-1 0 0,-1 0 0,1 1 0,0-1 0,-1 0 0,1 1 0,-1-1 0,0 1 0,0 0 0,0 0 0,0 0 0,0 0 0,0 1 0,-1-1 0,-6-1 0,-3-2 0,-1 1 0,1 0 0,-1 1 0,-25-2 0,25 4 0,0-1 0,0 2 0,0 0 0,0 1 0,0 0 0,0 1 0,0 1 0,1 0 0,-1 0 0,-20 10 0,29-11 0,-23 11 0,18-15 0,11-13 0,5-1 0,0-2 0,1-1 0,-2 0 0,-1 0 0,4-29 0,-8 44 0,0 0 0,0-1 0,0 1 0,0 0 0,0-1 0,-1 1 0,0 0 0,0-1 0,0 1 0,-1 0 0,1 0 0,-1 0 0,0 0 0,0 0 0,0 0 0,-1 1 0,1-1 0,-1 1 0,0 0 0,0-1 0,0 1 0,0 0 0,-1 1 0,1-1 0,-1 1 0,-5-3 0,-1 0 0,-1 1 0,0 0 0,0 1 0,0 0 0,-1 1 0,1 0 0,-24-1 0,-83 9 0,101-5 0,-31 4 0,-1 2 0,1 2 0,0 3 0,1 1 0,0 2 0,1 3 0,1 1 0,1 2 0,1 3 0,1 1 0,-59 45 0,89-60 0,0 0 0,-19 23 0,28-29 0,0 0 0,0-1 0,1 1 0,0 0 0,-1 0 0,1 1 0,1-1 0,-1 0 0,1 1 0,-1-1 0,1 1 0,0-1 0,0 10 0,1-12 0,0-1 0,0 1 0,1 0 0,-1 0 0,1-1 0,-1 1 0,1 0 0,-1-1 0,1 1 0,0-1 0,0 1 0,0-1 0,-1 1 0,2-1 0,-1 1 0,0-1 0,3 2 0,-1 0 0,1 0 0,0-1 0,0 0 0,0 1 0,0-2 0,8 4 0,13 2 0,0 0 0,1-2 0,49 4 0,81-6 0,-141-3 0,49-2 0,0-3 0,0-2 0,-1-3 0,0-3 0,-1-3 0,0-2 0,-2-3 0,72-35 0,-92 29 0,-40 27 0,0 0 0,0-1 0,1 1 0,-1 0 0,0 0 0,0 0 0,1 0 0,-1-1 0,0 1 0,0 0 0,0 0 0,1 0 0,-1-1 0,0 1 0,0 0 0,0 0 0,0-1 0,1 1 0,-1 0 0,0 0 0,0-1 0,0 1 0,0 0 0,0-1 0,0 1 0,0 0 0,0-1 0,0 1 0,0 0 0,0 0 0,0-1 0,0 1 0,0 0 0,0-1 0,0 1 0,0 0 0,0 0 0,-1-1 0,1 1 0,0 0 0,0-1 0,-2 1 0,-1-1 0,1 1 0,0 0 0,0 0 0,-1 0 0,1 0 0,0 0 0,0 0 0,-1 1 0,-2 0 0,-32 9 0,-43 17 0,-102 46-425,-192 107 0,-157 135-559,519-307 967,-163 111-267,133-87 209,-72 72 1,105-94 125,0 0 0,0 0 1,1 1-1,-10 19 1,15-26-14,2 0-1,-1 0 1,0 0 0,1 0 0,0 0 0,0 0-1,0 0 1,0 1 0,1-1 0,-1 0 0,1 1-1,1-1 1,-1 0 0,0 0 0,1 1 0,0-1 0,1 5-1,-1-7 2,0 1-1,0-1 1,1 0-1,-1 0 1,0 0-1,1 0 1,-1 0-1,1-1 1,0 1-1,0 0 1,0-1-1,-1 1 1,1-1-1,1 0 1,-1 1-1,0-1 1,0 0-1,0 0 1,1-1-1,-1 1 1,0 0-1,3 0 1,6 0 53,0 1 0,1-2 1,-1 1-1,15-3 0,28-3-82,0-3 1,-1-2-1,62-20 0,156-66-215,-164 56-99,-2-4 0,159-94-1,-249 129 305,38-27 0,-50 34 0,-1 1 0,0-1 0,1 0 0,-1-1 0,0 1 0,0 0 0,0-1 0,0 1 0,-1-1 0,1 1 0,-1-1 0,0 0 0,1 1 0,-1-1 0,0-3 0,-1 5 0,0 0 0,0 0 0,0 0 0,-1 0 0,1 0 0,0 0 0,-1 0 0,1 0 0,-1 0 0,1 0 0,-1 0 0,1 0 0,-1 0 0,0 1 0,1-1 0,-1 0 0,0 0 0,0 1 0,0-1 0,1 1 0,-1-1 0,0 1 0,0-1 0,0 1 0,0-1 0,0 1 0,0 0 0,0-1 0,0 1 0,0 0 0,0 0 0,0 0 0,0 0 0,0 0 0,0 0 0,-2 0 0,-47 3 0,-9 6 138,-96 29-1,-60 33 377,-4 1-226,189-64-288,27-10 0,7-4 0,10-8 0,-13 12 0,355-316 0,-352 315 0,8-7 0,0 0 0,-1-1 0,13-16 0,-24 27 0,0 0 0,-1 0 0,1 0 0,0 0 0,0 0 0,0 0 0,0 0 0,0 0 0,0 0 0,-1 0 0,1 0 0,0 0 0,0 0 0,0 0 0,0 0 0,0 0 0,-1 0 0,1 0 0,0 0 0,0 0 0,0 0 0,0 0 0,0-1 0,0 1 0,0 0 0,-1 0 0,1 0 0,0 0 0,0 0 0,0 0 0,0 0 0,0 0 0,0-1 0,0 1 0,0 0 0,0 0 0,0 0 0,0 0 0,0 0 0,0 0 0,0-1 0,0 1 0,0 0 0,0 0 0,0 0 0,-18 10 0,-25 26 0,1 1 0,-65 75 0,68-69 0,-170 217 0,207-258 0,0 1 0,0-1 0,0 1 0,0 0 0,1 0 0,0 0 0,-1 0 0,1 0 0,-1 5 0,2-7 0,0 0 0,0 0 0,1 0 0,-1-1 0,0 1 0,0 0 0,1 0 0,-1 0 0,0 0 0,1-1 0,-1 1 0,1 0 0,-1 0 0,1-1 0,0 1 0,-1 0 0,1-1 0,0 1 0,-1-1 0,1 1 0,0-1 0,0 1 0,-1-1 0,1 1 0,0-1 0,0 0 0,0 0 0,0 1 0,-1-1 0,1 0 0,0 0 0,0 0 0,0 0 0,0 0 0,0 0 0,1 0 0,26 1 0,-20-1 0,-1 0 0,1 0 0,-1 0 0,0 1 0,13 4 0,-19-5 0,1 1 0,-1-1 0,0 1 0,0 0 0,1-1 0,-1 1 0,0 0 0,0 0 0,0 0 0,0 0 0,0 0 0,0 0 0,0 0 0,-1 0 0,1 0 0,0 0 0,0 0 0,-1 1 0,1-1 0,-1 0 0,1 0 0,-1 1 0,0-1 0,1 1 0,-1-1 0,0 0 0,0 1 0,0-1 0,0 0 0,0 1 0,0-1 0,0 1 0,-1-1 0,1 0 0,-1 3 0,-5 12 0,0 0 0,-1-1 0,-1 0 0,0 0 0,-1-1 0,-1 0 0,-20 23 0,14-16 0,0 0 0,-16 29 0,31-48 0,0 0 0,-1 0 0,1 0 0,1 0 0,-1 0 0,0 0 0,0 1 0,1-1 0,-1 0 0,1 0 0,0 1 0,0-1 0,0 0 0,0 1 0,0-1 0,0 0 0,0 0 0,1 1 0,-1-1 0,3 4 0,-2-4 0,0-1 0,1 0 0,-1 0 0,1 0 0,-1 0 0,1 0 0,-1 0 0,1 0 0,0 0 0,-1 0 0,1-1 0,0 1 0,0-1 0,0 1 0,-1-1 0,1 0 0,0 0 0,0 0 0,0 0 0,0 0 0,-1 0 0,1 0 0,0-1 0,0 1 0,0 0 0,3-2 0,13-4 0,0 0 0,0-1 0,-1-1 0,0 0 0,0-1 0,20-15 0,91-77 0,-102 79 0,32-26 0,-58 48 0,0-1 0,0 1 0,0 0 0,1-1 0,-1 1 0,0 0 0,0 0 0,0-1 0,1 1 0,-1 0 0,0 0 0,0 0 0,1-1 0,-1 1 0,0 0 0,0 0 0,1 0 0,-1 0 0,0 0 0,1-1 0,-1 1 0,0 0 0,0 0 0,1 0 0,-1 0 0,0 0 0,1 0 0,-1 0 0,0 0 0,1 0 0,-1 0 0,0 0 0,1 0 0,-1 1 0,0-1 0,1 0 0,-1 0 0,0 0 0,0 0 0,1 0 0,-1 1 0,0-1 0,0 0 0,1 0 0,-1 0 0,1 1 0,-6 18 0,-17 22 0,5-12 0,0 2 0,-2-1 0,-31 40 0,49-70 0,1 1 0,-1-1 0,1 1 0,-1-1 0,1 1 0,-1-1 0,1 1 0,-1-1 0,0 0 0,1 1 0,-1-1 0,1 0 0,-1 1 0,0-1 0,1 0 0,-1 0 0,0 0 0,0 0 0,1 0 0,-1 0 0,0 0 0,1 0 0,-1 0 0,0 0 0,1 0 0,-1 0 0,0 0 0,1 0 0,-1-1 0,0 1 0,1 0 0,-1-1 0,-1 0 0,-19-18 0,9 5 0,4 9 0,0 1 0,-1 0 0,1 0 0,-1 0 0,0 1 0,0 0 0,0 1 0,0 0 0,0 0 0,-1 1 0,1 0 0,0 1 0,-1 0 0,1 0 0,0 1 0,-1 0 0,-14 4 0,-6 3 0,0 0 0,1 2 0,-56 27 0,64-26 0,0 1 0,1 0 0,1 2 0,0 0 0,1 1 0,-24 25 0,35-33 0,1 0 0,-1 1 0,2 0 0,-1 0 0,1 0 0,0 1 0,0 0 0,1 0 0,1 0 0,0 1 0,0-1 0,0 1 0,1-1 0,1 1 0,0 0 0,0 0 0,1 17 0,1-23 0,-1 0 0,1 0 0,0-1 0,0 1 0,1 0 0,-1 0 0,1-1 0,0 1 0,0-1 0,0 0 0,0 1 0,0-1 0,1 0 0,0 0 0,-1 0 0,1-1 0,0 1 0,1-1 0,-1 1 0,0-1 0,1 0 0,-1 0 0,1-1 0,-1 1 0,8 1 0,-5-1 0,1-1 0,0 0 0,-1 0 0,1 0 0,-1-1 0,1 0 0,0 0 0,0-1 0,-1 0 0,1 0 0,-1 0 0,1-1 0,-1 0 0,11-5 0,-2 0 0,-9 5 0,-1 0 0,1 0 0,-1-1 0,0 1 0,0-1 0,-1-1 0,1 1 0,0 0 0,-1-1 0,0 0 0,0 0 0,5-7 0,-9 11 0,0-1 0,0 1 0,1 0 0,-1-1 0,0 1 0,0-1 0,0 1 0,0-1 0,0 1 0,0-1 0,0 1 0,0 0 0,0-1 0,0 1 0,0-1 0,0 1 0,0-1 0,0 1 0,-1-1 0,1 1 0,0 0 0,0-1 0,0 1 0,-1-1 0,1 1 0,0 0 0,-1-1 0,1 1 0,0 0 0,0-1 0,-1 1 0,-16-6 0,-20 8 0,28 0 0,1 1 0,0 0 0,0 1 0,0 0 0,1 0 0,-14 11 0,18-13 0,1-1 0,-1 1 0,1 0 0,-1 0 0,1 0 0,0 1 0,0-1 0,0 1 0,0-1 0,1 1 0,-1 0 0,0-1 0,1 1 0,0 0 0,0 0 0,0 0 0,0 0 0,0 0 0,1 0 0,-1 0 0,1 0 0,0 4 0,0-5 0,1-1 0,-1 0 0,1 1 0,-1-1 0,1 1 0,-1-1 0,1 0 0,0 1 0,0-1 0,0 0 0,0 0 0,0 1 0,0-1 0,0 0 0,0 0 0,0 0 0,0 0 0,1-1 0,-1 1 0,0 0 0,1 0 0,-1-1 0,0 1 0,1-1 0,-1 1 0,1-1 0,2 1 0,0-1 0,1 1 0,0-1 0,-1 0 0,1 0 0,0-1 0,-1 1 0,1-1 0,6-2 0,8-4 0,1 0 0,-1-2 0,0 0 0,-1-2 0,0 0 0,-1 0 0,0-2 0,24-24 0,-21 18 0,-1-2 0,0 0 0,-2-1 0,-1-1 0,-1 0 0,14-28 0,-22 37 0,-1 0 0,-1 0 0,0 0 0,-1-1 0,0 1 0,-1-1 0,1-17 0,-4 24 0,0 1 0,0 0 0,-1 0 0,1-1 0,-2 1 0,1 0 0,-1 0 0,0 0 0,-1 0 0,1 1 0,-1-1 0,-1 1 0,1-1 0,-1 1 0,0 0 0,-9-9 0,4 6 0,-1 1 0,1 0 0,-1 0 0,-1 1 0,1 1 0,-1 0 0,0 0 0,-1 1 0,1 0 0,-1 1 0,0 1 0,-24-5 0,5 4 0,-1 1 0,1 2 0,-1 1 0,-31 4 0,54-4 0,-1 1 0,1 0 0,-1 1 0,1 0 0,-1 1 0,1 0 0,0 0 0,0 1 0,1 0 0,-15 8 0,20-6 0,10-6 0,11-5 0,-9 2 0,0-1 0,0 0 0,0-1 0,0 0 0,7-6 0,-12 8 0,0 0 0,-1-1 0,1 1 0,-1 0 0,1-1 0,-1 0 0,0 0 0,-1 0 0,1 0 0,-1 0 0,0-1 0,2-4 0,-3 8 0,-1 0 0,0 0 0,1 0 0,-1 0 0,0 0 0,0 0 0,1 0 0,-1 0 0,0 0 0,0 0 0,0 0 0,0 0 0,-1 0 0,1 0 0,0 0 0,0 0 0,0 0 0,-1 0 0,1 0 0,-1 0 0,1 0 0,-1 0 0,1 0 0,-1 0 0,1 0 0,-1 1 0,-1-2 0,0 1 0,0 0 0,1 0 0,-1 0 0,0 0 0,0 1 0,0-1 0,0 1 0,0-1 0,-1 1 0,1 0 0,0 0 0,0 0 0,-2 0 0,-6 1 0,-1 1 0,1 0 0,-1 0 0,-17 7 0,-3 5 0,1 1 0,0 2 0,1 1 0,1 1 0,-35 31 0,22-14 0,3 1 0,-59 73 0,95-107 0,-37 53 0,36-51 0,1-1 0,-1 1 0,1 0 0,0 0 0,1 0 0,-1 0 0,1 0 0,0 0 0,0 0 0,1 9 0,0-13 0,0 1 0,0-1 0,0 1 0,0-1 0,1 1 0,-1-1 0,1 1 0,-1-1 0,1 1 0,0-1 0,0 0 0,-1 1 0,1-1 0,0 0 0,0 1 0,0-1 0,0 0 0,0 0 0,1 0 0,-1 0 0,0 0 0,0 0 0,1-1 0,-1 1 0,1 0 0,-1-1 0,0 1 0,1 0 0,-1-1 0,1 0 0,-1 1 0,1-1 0,2 0 0,3 1 0,-1-1 0,1-1 0,-1 1 0,0-1 0,1 0 0,-1 0 0,7-3 0,2-1 0,0-1 0,-1-1 0,0 0 0,-1-1 0,1-1 0,-1 0 0,-1-1 0,0 0 0,12-13 0,-18 17 0,-1 0 0,0-1 0,0 0 0,-1 1 0,0-2 0,0 1 0,0 0 0,4-15 0,-7 18 0,0-1 0,0 0 0,-1 1 0,1-1 0,-1 0 0,0 0 0,0 1 0,-1-1 0,0 0 0,1 0 0,-1 1 0,-1-1 0,1 1 0,-1-1 0,0 1 0,-2-5 0,1 4 0,-1 1 0,1 0 0,-1-1 0,0 1 0,0 0 0,0 1 0,0-1 0,-1 1 0,1 0 0,-1 0 0,0 0 0,-9-3 0,11 4 0,0 1 0,0 0 0,0 0 0,0 0 0,0 0 0,0 1 0,0-1 0,0 1 0,0 0 0,0 0 0,0 0 0,0 0 0,-1 0 0,1 1 0,0-1 0,0 1 0,0 0 0,0 0 0,0 0 0,1 0 0,-1 1 0,0-1 0,-4 4 0,6-5 0,1 0 0,-1 1 0,1-1 0,-1 0 0,1 1 0,-1-1 0,1 0 0,-1 1 0,1-1 0,-1 1 0,1-1 0,0 1 0,-1-1 0,1 1 0,0-1 0,-1 1 0,1-1 0,0 1 0,-1-1 0,1 1 0,0-1 0,0 1 0,0 0 0,0-1 0,0 1 0,0-1 0,0 1 0,0 0 0,0-1 0,0 1 0,0 0 0,0-1 0,0 1 0,0-1 0,0 1 0,1-1 0,-1 1 0,0 0 0,0-1 0,1 1 0,-1-1 0,0 1 0,1-1 0,-1 1 0,1-1 0,-1 1 0,1-1 0,-1 0 0,0 1 0,1-1 0,0 0 0,-1 1 0,1-1 0,-1 0 0,1 0 0,-1 1 0,1-1 0,0 0 0,3 1 0,0 0 0,-1 0 0,1 0 0,0-1 0,0 1 0,-1-1 0,1 0 0,6-1 0,5-3 0,-1 0 0,0-1 0,-1 0 0,1-1 0,-1-1 0,0 0 0,0-1 0,-1-1 0,0 1 0,-1-2 0,20-20 0,-15 13 0,0-2 0,-1 0 0,-1 0 0,-1-1 0,-1-1 0,16-36 0,-26 52 0,1-1 0,-1 0 0,-1 0 0,1 0 0,-1 0 0,0 0 0,0 0 0,-1 0 0,0 0 0,0-1 0,-1-8 0,0 12 0,0 0 0,0 0 0,0 0 0,-1 1 0,1-1 0,-1 0 0,1 1 0,-1-1 0,0 1 0,0 0 0,0-1 0,0 1 0,0 0 0,-1 0 0,1 0 0,0 1 0,-1-1 0,0 0 0,1 1 0,-1 0 0,0 0 0,0-1 0,0 2 0,-5-2 0,-1 0 0,1 1 0,-1 0 0,0 0 0,1 1 0,-1 0 0,0 1 0,1 0 0,-1 0 0,0 1 0,1 0 0,0 0 0,-1 1 0,1 0 0,0 0 0,0 1 0,1 0 0,-1 1 0,1 0 0,0 0 0,0 0 0,-9 10 0,15-14 0,0 0 0,0 0 0,1 0 0,-1 0 0,0-1 0,0 1 0,1 0 0,-1 0 0,1 0 0,-1 1 0,1-1 0,-1 0 0,1 0 0,0 0 0,-1 0 0,1 0 0,0 0 0,0 1 0,0-1 0,0 0 0,0 0 0,0 0 0,0 0 0,0 1 0,1-1 0,-1 0 0,0 0 0,1 0 0,-1 0 0,1 0 0,-1 0 0,1 0 0,-1 0 0,1 0 0,0 0 0,-1 0 0,1 0 0,0 0 0,0-1 0,0 1 0,0 0 0,0 0 0,0-1 0,1 2 0,5 1 0,0 0 0,-1-1 0,1 1 0,0-1 0,0-1 0,0 1 0,8-1 0,11 1 0,0-1 0,0-1 0,0-1 0,34-7 0,112-31 0,-171 39 0,772-244-1787,-242 68 605,-505 168 1114,16-5 50,0 1 0,64-8 0,-104 19 16,0 1 1,0-1-1,1 1 1,-1 0-1,0 0 1,0 0-1,1 0 1,-1 0 0,0 0-1,0 1 1,0-1-1,1 1 1,-1-1-1,0 1 1,0 0-1,0 0 1,0 0-1,0 0 1,0 0-1,0 0 1,-1 1-1,1-1 1,0 0 0,-1 1-1,1 0 1,-1-1-1,3 5 1,-2-1 19,-1 0 1,0 0 0,0 1-1,0-1 1,-1 1-1,1-1 1,-1 0 0,-1 1-1,1-1 1,-2 8 0,-9 43 478,-1-1 0,-3 0 1,-41 94-1,29-79-435,-171 438-125,-31 78-102,204-524 165,14-37 0,2 1 0,-10 33 0,19-59 5,0 1-1,-1 0 1,1-1 0,0 1-1,0-1 1,-1 1 0,1-1 0,0 1-1,0 0 1,0-1 0,0 1-1,0 0 1,0-1 0,0 1-1,0 0 1,0-1 0,0 1-1,0-1 1,0 1 0,0 0-1,1-1 1,-1 1 0,0-1-1,0 1 1,1 0 0,-1-1-1,0 1 1,1-1 0,-1 1-1,1-1 1,-1 1 0,0-1-1,1 0 1,0 2 0,1-3 21,-1 1 0,1 0 0,0 0 0,-1-1-1,0 1 1,1-1 0,-1 1 0,1-1 0,-1 0 0,1 0 0,-1 1 0,0-1 0,2-2 0,40-35 531,-2-7-550,-2-2 0,37-58-1,-73 99-6,0 1 0,0 0 0,0-1 0,-1 0 0,0 0 0,0 1 0,-1-1 0,1 0 0,-1 0 0,-1-1 0,1 1 0,-1 0 0,0 0 0,0 0 0,-1 0 0,0 0 0,-1-6 0,1-3 0,1 1 0,0-1 0,1 1 0,1 0 0,6-23 0,-4 103 0,-3-56 0,0 15 0,1-1 0,2 0 0,9 37 0,-11-54 0,1-1 0,-1 0 0,1 0 0,0-1 0,0 1 0,1 0 0,8 9 0,-10-12 0,1-1 0,0 1 0,0-1 0,0 0 0,0 0 0,0 0 0,0 0 0,1-1 0,-1 1 0,1-1 0,-1 0 0,1 0 0,-1 0 0,1 0 0,4 0 0,-7-1 0,1 0 0,0 1 0,0-1 0,-1 0 0,1 0 0,0 0 0,0 0 0,-1 0 0,1-1 0,0 1 0,-1 0 0,1-1 0,0 1 0,-1-1 0,1 0 0,0 0 0,-1 1 0,1-1 0,-1 0 0,0 0 0,1-1 0,-1 1 0,0 0 0,1 0 0,-1-1 0,0 1 0,0 0 0,0-1 0,0 1 0,0-1 0,-1 1 0,1-1 0,0 0 0,-1 1 0,1-1 0,-1-1 0,1 0 0,-1 0 0,-1 1 0,1-1 0,0 1 0,-1-1 0,1 1 0,-1-1 0,0 1 0,1-1 0,-1 1 0,0 0 0,-1-1 0,1 1 0,0 0 0,-1 0 0,1 0 0,-1 0 0,0 0 0,0 0 0,1 0 0,-1 1 0,0-1 0,-1 1 0,-2-3 0,-1 1 0,0 0 0,-1 0 0,1 0 0,-1 1 0,1 0 0,-1 0 0,0 0 0,0 1 0,0 0 0,0 1 0,0 0 0,0 0 0,0 0 0,0 0 0,0 1 0,-9 3 0,6-1 0,0 1 0,0 0 0,0 1 0,1 0 0,0 0 0,0 1 0,0 0 0,0 1 0,1 0 0,-7 8 0,10-10 0,-20 16 0,24-20 0,1-1 0,-1 1 0,0-1 0,0 0 0,1 1 0,-1-1 0,0 0 0,0 0 0,0 0 0,1 1 0,-1-1 0,0 0 0,0 0 0,0 0 0,1 0 0,-1 0 0,0-1 0,0 1 0,0 0 0,1 0 0,-1 0 0,0-1 0,0 1 0,1 0 0,-1-1 0,0 1 0,0-1 0,1 1 0,-1-1 0,1 1 0,-1-1 0,0 1 0,1-1 0,-1 1 0,0-2 0,-6-9 0,1-1 0,0 1 0,1-1 0,-5-18 0,6 19 0,1 1 0,-1-1 0,-1 0 0,0 1 0,-1 0 0,0 0 0,-12-14 0,10 17 0,0 0 0,0 0 0,-1 1 0,0 0 0,0 1 0,-1 0 0,0 1 0,0 0 0,0 0 0,0 1 0,0 0 0,-1 1 0,-12-2 0,0 2 0,1 0 0,0 2 0,-1 0 0,1 2 0,-29 5 0,43-6 0,0 1 0,1 0 0,-1 0 0,1 0 0,0 1 0,0 1 0,0-1 0,0 1 0,0 0 0,1 1 0,-8 6 0,10-7 0,1 0 0,-1 0 0,1 1 0,-1 0 0,1-1 0,1 1 0,-1 1 0,1-1 0,0 0 0,0 0 0,0 1 0,1-1 0,-1 1 0,2 0 0,-2 9 0,2-8 0,-1-1 0,2 1 0,-1 0 0,1-1 0,-1 1 0,2-1 0,-1 1 0,1-1 0,0 0 0,0 0 0,1 1 0,0-2 0,6 11 0,-7-13 0,1 0 0,0 1 0,0-1 0,1 0 0,-1-1 0,1 1 0,-1-1 0,1 0 0,0 1 0,0-1 0,0-1 0,0 1 0,0-1 0,0 0 0,0 1 0,1-2 0,-1 1 0,0-1 0,1 1 0,-1-1 0,9-1 0,-6 0 0,0 1 0,0-2 0,0 1 0,-1-1 0,1 0 0,0 0 0,-1-1 0,1 0 0,-1 0 0,0-1 0,0 1 0,0-1 0,0-1 0,-1 1 0,0-1 0,0 0 0,0 0 0,0 0 0,-1-1 0,0 0 0,6-10 0,-2 1 0,-1-1 0,-1 0 0,0-1 0,-1 0 0,0 0 0,-2 0 0,3-28 0,-3 31 0,0 0 0,1 1 0,0-1 0,1 1 0,1 0 0,0 0 0,1 1 0,0 0 0,1 0 0,11-12 0,1-6 0,8-11 0,82-131 0,-86 131 0,-2-2 0,21-55 0,-40 89 0,0 0 0,0 0 0,-1 0 0,0 0 0,-1-1 0,0 1 0,0-13 0,-1 19 0,0 0 0,-1 0 0,1 0 0,-1 0 0,0 0 0,0 0 0,0 0 0,0 0 0,-1 0 0,1 0 0,-1 1 0,1-1 0,-1 1 0,0-1 0,0 1 0,0 0 0,0-1 0,-1 1 0,1 0 0,-1 0 0,1 1 0,-1-1 0,0 1 0,1-1 0,-6-1 0,1 1 0,0-1 0,-1 1 0,1 1 0,-1-1 0,0 1 0,1 1 0,-1-1 0,0 1 0,0 1 0,0-1 0,1 1 0,-1 1 0,0-1 0,1 1 0,0 1 0,-1-1 0,1 1 0,0 1 0,0-1 0,0 1 0,-10 8 0,11-7 0,1-1 0,0 1 0,0 0 0,0 0 0,1 0 0,-1 0 0,1 1 0,1 0 0,-1 0 0,1 0 0,0 0 0,0 1 0,1-1 0,0 1 0,0-1 0,0 1 0,1 0 0,0 0 0,0 0 0,1 0 0,0 0 0,0 0 0,1-1 0,2 12 0,-2-13 0,2 0 0,-1 0 0,1 0 0,0 0 0,0 0 0,0-1 0,0 1 0,1-1 0,0 0 0,0 0 0,0 0 0,0 0 0,1-1 0,-1 0 0,1 0 0,0 0 0,0-1 0,0 1 0,0-1 0,1 0 0,5 1 0,-4 0 0,0-1 0,-1-1 0,1 1 0,0-1 0,0 0 0,0-1 0,0 1 0,0-1 0,0-1 0,0 1 0,0-1 0,-1-1 0,1 1 0,0-1 0,0 0 0,9-5 0,-15 7 0,0-1 0,-1 1 0,1 0 0,0-1 0,0 0 0,-1 1 0,1-1 0,0 1 0,-1-1 0,1 0 0,0 1 0,-1-1 0,1 0 0,-1 0 0,1 1 0,-1-1 0,0 0 0,1 0 0,-1 0 0,0 0 0,0 1 0,1-1 0,-1 0 0,0 0 0,0 0 0,0 0 0,0 0 0,0 0 0,0 0 0,0 1 0,-1-1 0,1 0 0,0 0 0,0 0 0,-1 0 0,1 0 0,0 1 0,-1-1 0,1 0 0,-1 0 0,1 1 0,-1-1 0,0 0 0,1 0 0,-1 1 0,1-1 0,-1 1 0,0-1 0,0 1 0,1-1 0,-1 1 0,0-1 0,-1 0 0,-3-2 0,0 0 0,0 0 0,-1 0 0,1 1 0,-1 0 0,1 0 0,-8-2 0,2 3 0,-1 0 0,1 1 0,-1 1 0,0 0 0,1 0 0,0 1 0,-1 1 0,1-1 0,0 2 0,-21 9 0,4 0 0,1 2 0,-48 32 0,-15 26 0,78-62 0,1 0 0,0 1 0,1 0 0,0 1 0,-8 14 0,18-26 0,-1 0 0,0-1 0,1 1 0,-1 0 0,1 0 0,0 0 0,-1 0 0,1 0 0,-1-1 0,1 1 0,0 0 0,0 0 0,0 0 0,0 0 0,-1 0 0,1 0 0,0 0 0,1 0 0,-1 0 0,0 0 0,0 0 0,0 0 0,0 0 0,1 0 0,-1-1 0,0 1 0,1 0 0,-1 0 0,1 0 0,0 1 0,1-1 0,0 0 0,-1 0 0,1 0 0,0-1 0,0 1 0,0 0 0,0-1 0,0 0 0,0 1 0,0-1 0,0 0 0,0 0 0,3 0 0,10-1 0,0-1 0,25-7 0,-40 9 0,135-45 0,-64 19 0,-96 50 0,21-21 0,-3 1 0,1 0 0,0 0 0,0 1 0,0-1 0,1 1 0,-1 1 0,1-1 0,-7 12 0,11-17 0,1 1 0,0 0 0,-1-1 0,1 1 0,0 0 0,0 0 0,-1-1 0,1 1 0,0 0 0,0 0 0,0-1 0,0 1 0,0 0 0,0 0 0,0-1 0,0 1 0,0 0 0,1-1 0,-1 1 0,0 0 0,0 0 0,1-1 0,-1 1 0,0 0 0,1-1 0,-1 1 0,0-1 0,1 1 0,-1 0 0,1-1 0,-1 1 0,1-1 0,0 1 0,-1-1 0,1 0 0,-1 1 0,2 0 0,31 11 0,-17-7 0,-12-3 0,0 0 0,0 0 0,0 1 0,0 0 0,-1-1 0,7 8 0,-9-10 0,0 1 0,0 0 0,-1 0 0,1-1 0,0 1 0,-1 0 0,1 0 0,-1 0 0,1 0 0,-1 0 0,1 0 0,-1 0 0,1 0 0,-1 0 0,0 0 0,0 0 0,1 0 0,-1 0 0,0 0 0,0 1 0,0-1 0,0 0 0,-1 0 0,1 0 0,0 0 0,0 0 0,0 0 0,-1 0 0,1 0 0,-1 0 0,1 0 0,-2 2 0,2-3 0,-1 0 0,1 1 0,-1-1 0,0 1 0,1-1 0,-1 0 0,0 1 0,1-1 0,-1 0 0,0 0 0,0 1 0,1-1 0,-1 0 0,0 0 0,0 0 0,1 0 0,-1 0 0,0 0 0,0 0 0,1 0 0,-1 0 0,0-1 0,1 1 0,-1 0 0,0 0 0,0-1 0,1 1 0,-1 0 0,0-1 0,1 1 0,-1-1 0,1 1 0,-1-1 0,0 0 0,-20-21 0,11 3 0,1 0 0,1-1 0,-8-27 0,10 29 0,1 0 0,-2 1 0,0 0 0,-1 1 0,-16-24 0,19 34 0,0 0 0,-1 1 0,1-1 0,-1 1 0,-1 0 0,1 1 0,-1 0 0,0 0 0,0 0 0,0 1 0,0 0 0,-1 0 0,1 0 0,-1 1 0,-12-1 0,-2 0 0,-1 1 0,1 1 0,-1 1 0,-29 3 0,45-1 0,-1-1 0,1 1 0,-1 0 0,1 1 0,-10 4 0,-3 1 0,43-74-1365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5:56.5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5:54.6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1555 346 24575,'-4'0'0,"1"1"0,-1 1 0,0-1 0,0 0 0,1 1 0,-1 0 0,1 0 0,0 0 0,-1 0 0,1 1 0,0-1 0,0 1 0,-4 4 0,-2 2 0,-40 38 0,29-26 0,-39 30 0,53-46 0,-1-1 0,0 0 0,0 0 0,-1 0 0,1-1 0,-1 0 0,1 0 0,-1-1 0,0 0 0,-13 2 0,19-4 0,0 0 0,0 0 0,0 0 0,0 0 0,0 0 0,0 0 0,0-1 0,0 1 0,0-1 0,0 1 0,0-1 0,0 0 0,0 0 0,0 1 0,1-2 0,-1 1 0,0 0 0,1 0 0,-1 0 0,1-1 0,-1 1 0,1-1 0,-1 1 0,1-1 0,-1-2 0,-2-4 0,0 0 0,1 0 0,0 0 0,-4-17 0,7 19 0,-2 0 0,1 1 0,-1-1 0,0 0 0,0 1 0,0-1 0,-1 1 0,0 0 0,0 0 0,-6-8 0,8 12 0,0 0 0,0 1 0,1-1 0,-1 0 0,0 1 0,0-1 0,0 1 0,0-1 0,0 1 0,0 0 0,0-1 0,0 1 0,0 0 0,0 0 0,0 0 0,0-1 0,0 1 0,0 0 0,0 0 0,0 1 0,0-1 0,0 0 0,0 0 0,0 0 0,0 1 0,0-1 0,0 0 0,0 1 0,0-1 0,0 1 0,0-1 0,0 1 0,0 0 0,0-1 0,1 1 0,-1 0 0,0 0 0,1-1 0,-1 1 0,0 0 0,1 0 0,-1 0 0,0 1 0,0 0 0,0-1 0,0 0 0,0 0 0,0 0 0,0 0 0,0 0 0,-1 0 0,1 0 0,0 0 0,-1 0 0,1 0 0,0-1 0,-1 1 0,-2 0 0,3-1 0,1 0 0,0 0 0,0 0 0,0 0 0,-1 0 0,1 0 0,0 0 0,0 0 0,-1 0 0,1 0 0,0 0 0,0 0 0,0 0 0,-1 0 0,1 0 0,0 0 0,0 0 0,0 0 0,-1-1 0,1 1 0,0 0 0,0 0 0,0 0 0,0 0 0,0 0 0,-1-1 0,1 1 0,0 0 0,0 0 0,0 0 0,0-1 0,0 1 0,0 0 0,0 0 0,0 0 0,0-1 0,0 1 0,0 0 0,0 0 0,0-1 0,3-12 0,9-10 0,1 3 0,-7 11 0,0-1 0,1 1 0,0 0 0,1 1 0,11-11 0,-11 12 0,-3 4 0,0-1 0,-1 0 0,0 0 0,0 0 0,4-5 0,-7 7 0,0 1 0,-1 0 0,1 0 0,0-1 0,-1 1 0,1 0 0,-1-1 0,1 1 0,-1-1 0,0 1 0,0-1 0,1 1 0,-1-1 0,0 1 0,0-1 0,-1 1 0,1-1 0,0 1 0,0 0 0,-1-1 0,1 1 0,-1-1 0,1 1 0,-1 0 0,0-2 0,-1-1 0,0 0 0,0-1 0,0 1 0,1 0 0,-1-1 0,1 1 0,0-1 0,1 1 0,-1-1 0,1 1 0,0-1 0,1-7 0,1 0 0,1 1 0,0 0 0,6-17 0,-5 18 0,0 0 0,-1 0 0,0-1 0,2-19 0,-5 30 0,1-1 0,-1 0 0,0 1 0,0-1 0,0 0 0,0 1 0,0-1 0,0 0 0,0 1 0,0-1 0,-1 0 0,1 1 0,0-1 0,0 0 0,0 1 0,-1-1 0,1 1 0,0-1 0,-1 0 0,1 1 0,0-1 0,-1 1 0,1-1 0,-1 1 0,1-1 0,-1 1 0,1 0 0,-1-1 0,1 1 0,-1-1 0,0 1 0,1 0 0,-1 0 0,1-1 0,-1 1 0,0 0 0,1 0 0,-1 0 0,0 0 0,1 0 0,-1-1 0,0 1 0,1 0 0,-1 1 0,0-1 0,1 0 0,-1 0 0,0 0 0,0 1 0,-35 13 0,9 2 0,0 2 0,1 1 0,-39 35 0,-64 79 0,84-81 0,85-88 0,84-102 0,-131 146 0,0 0 0,0 0 0,2 1 0,-1 0 0,1 0 0,0 0 0,0 1 0,1 0 0,1-1 0,-4 16 0,7-23 0,0-1 0,0 1 0,0-1 0,0 1 0,0-1 0,0 1 0,0-1 0,1 0 0,-1 1 0,1-1 0,-1 1 0,1-1 0,-1 0 0,1 1 0,0-1 0,0 0 0,-1 0 0,1 1 0,0-1 0,0 0 0,0 0 0,1 0 0,-1 0 0,0 0 0,0-1 0,0 1 0,1 0 0,1 0 0,3 2 0,1-1 0,0 0 0,0-1 0,15 2 0,-18-3 0,1 0 0,-1 1 0,0-1 0,0 1 0,1 0 0,-1 0 0,0 1 0,0-1 0,0 1 0,0 0 0,0 0 0,-1 0 0,5 3 0,-5 0 0,0 0 0,0 0 0,0 0 0,-1 1 0,0-1 0,0 1 0,0-1 0,-1 1 0,0 0 0,0-1 0,0 12 0,0-9 0,0 0 0,0-1 0,1 1 0,4 14 0,-5-20 0,1 1 0,-1 0 0,1-1 0,-1 0 0,1 1 0,0-1 0,0 0 0,0 0 0,0 0 0,0 0 0,0 0 0,1 0 0,-1-1 0,1 1 0,-1-1 0,1 0 0,4 2 0,5 0 0,1-1 0,-1 0 0,1 0 0,0-1 0,0-1 0,-1 0 0,1-1 0,0-1 0,0 0 0,18-5 0,34-4 0,-62 11 0,-1 0 0,1-1 0,-1 1 0,1 0 0,0 0 0,-1 1 0,1-1 0,-1 1 0,1-1 0,-1 1 0,1 0 0,-1 0 0,1 0 0,-1 0 0,0 0 0,1 0 0,2 3 0,-3-2 0,-1-1 0,0 1 0,0 0 0,0 0 0,0-1 0,0 1 0,-1 0 0,1 0 0,0 0 0,-1 0 0,1 0 0,-1 0 0,0 0 0,0 0 0,1 0 0,-1 0 0,-1 0 0,1 0 0,0 0 0,0 0 0,-1 0 0,-1 3 0,1 2 0,-2 2 0,1-1 0,0 1 0,1 0 0,0 0 0,0 11 0,1-18 0,0 0 0,0 1 0,1-1 0,-1 0 0,1 0 0,-1 0 0,1 0 0,0 0 0,0 0 0,0 0 0,0 0 0,0 0 0,1 0 0,-1-1 0,0 1 0,1 0 0,-1-1 0,1 1 0,0-1 0,-1 0 0,1 1 0,0-1 0,0 0 0,0 0 0,0 0 0,4 1 0,7 2 0,0-1 0,1-1 0,-1 0 0,1-1 0,-1 0 0,1-1 0,-1 0 0,1-1 0,0-1 0,17-4 0,15-6 0,70-26 0,-82 23 0,-26 10 0,0 2 0,1-1 0,-1 1 0,1 0 0,12-2 0,-21 5 0,0 0 0,0 0 0,1 0 0,-1 0 0,0 0 0,0 0 0,0 0 0,0 0 0,1 0 0,-1 0 0,0 0 0,0 0 0,0 0 0,1 0 0,-1 0 0,0 0 0,0 0 0,0 0 0,0 0 0,1 0 0,-1 0 0,0 0 0,0 0 0,0 0 0,0 1 0,0-1 0,1 0 0,-1 0 0,0 0 0,0 0 0,0 0 0,0 0 0,0 1 0,0-1 0,0 0 0,1 0 0,-1 0 0,0 0 0,0 1 0,0-1 0,0 0 0,0 0 0,0 0 0,0 0 0,0 1 0,0-1 0,-5 11 0,-12 10 0,-36 33 0,28-30 0,-43 52 0,67-75 0,0 0 0,0 1 0,0-1 0,0 1 0,0-1 0,1 1 0,-1 0 0,0-1 0,1 1 0,-1 0 0,1-1 0,-1 4 0,1-4 0,1-1 0,-1 1 0,0-1 0,0 1 0,0-1 0,0 1 0,0-1 0,1 1 0,-1-1 0,0 0 0,0 1 0,1-1 0,-1 1 0,0-1 0,1 1 0,-1-1 0,0 0 0,1 1 0,-1-1 0,1 0 0,-1 1 0,0-1 0,1 0 0,-1 0 0,1 1 0,0-1 0,2 1 0,0-1 0,0 0 0,-1 0 0,1 0 0,0 0 0,0 0 0,0 0 0,-1-1 0,1 1 0,0-1 0,-1 0 0,1 0 0,4-2 0,1-1 0,6-2 0,-1 0 0,0-1 0,23-17 0,-32 21 0,0-1 0,0 1 0,-1-1 0,1 0 0,-1 0 0,0-1 0,-1 1 0,1 0 0,-1-1 0,0 0 0,0 0 0,0 0 0,0 1 0,-1-2 0,1-4 0,0 0 0,-1-1 0,-1 1 0,1-1 0,-2-13 0,0 21 0,1 0 0,0 0 0,-1 1 0,1-1 0,-1 0 0,0 0 0,0 0 0,0 1 0,0-1 0,0 1 0,-1-1 0,1 1 0,-1-1 0,0 1 0,1 0 0,-1 0 0,0 0 0,0 0 0,-1 0 0,-2-2 0,4 4 0,0 0 0,-1 0 0,1 0 0,0 0 0,0 1 0,-1-1 0,1 0 0,0 1 0,0-1 0,-1 1 0,1-1 0,0 1 0,0-1 0,0 1 0,0 0 0,0 0 0,0 0 0,0-1 0,-1 3 0,-3 4 0,18-9 0,-6-1 0,0-1 0,-1 0 0,0 0 0,0 0 0,0-1 0,0 0 0,0 0 0,-1-1 0,0 1 0,0-1 0,-1 0 0,6-9 0,5-12 0,20-49 0,-24 50 0,1-3 0,-2 0 0,13-60 0,-14 58 0,-2 23 0,-6 8 0,-1 0 0,1 1 0,-1-1 0,1 0 0,-1 1 0,0-1 0,1 0 0,-1 1 0,1-1 0,-1 1 0,0-1 0,0 1 0,1-1 0,-1 1 0,0-1 0,0 1 0,0-1 0,1 1 0,-1-1 0,0 1 0,0-1 0,0 1 0,0-1 0,0 2 0,2 17 0,0 0 0,-1 0 0,-2 24 0,0-21 0,1 1 0,5 34 0,-4-51 0,0 0 0,1 1 0,-1-1 0,1 0 0,1-1 0,-1 1 0,1 0 0,0-1 0,0 1 0,1-1 0,0 0 0,0 0 0,7 7 0,-8-10 0,0 0 0,0 0 0,0 0 0,0 0 0,0-1 0,1 0 0,-1 1 0,0-1 0,1 0 0,-1-1 0,1 1 0,0 0 0,-1-1 0,1 0 0,-1 0 0,1 0 0,0 0 0,5-2 0,-7 2 0,0-1 0,0 1 0,0-1 0,0 0 0,0 1 0,0-1 0,0 0 0,0 0 0,-1 0 0,1 0 0,0 0 0,-1-1 0,1 1 0,0 0 0,-1-1 0,0 0 0,1 1 0,-1-1 0,0 0 0,0 1 0,0-1 0,0 0 0,0 0 0,0 0 0,-1 0 0,1 0 0,-1 0 0,1 0 0,-1 0 0,0 0 0,0 0 0,1 0 0,-2-2 0,1 0 0,-1 1 0,0-1 0,0 1 0,-1-1 0,1 1 0,-1 0 0,0-1 0,1 1 0,-1 0 0,-1 0 0,1 1 0,0-1 0,-1 0 0,1 1 0,-1-1 0,0 1 0,0 0 0,0 0 0,0 0 0,0 0 0,0 1 0,-1-1 0,-6-1 0,-3-2 0,-1 1 0,1 0 0,-1 1 0,-25-2 0,25 4 0,0-1 0,0 2 0,0 0 0,0 1 0,0 0 0,0 1 0,0 1 0,1 0 0,-1 0 0,-20 10 0,29-11 0,-23 11 0,18-15 0,11-13 0,5-1 0,0-2 0,1-1 0,-2 0 0,-1 0 0,4-29 0,-8 44 0,0 0 0,0-1 0,0 1 0,0 0 0,0-1 0,-1 1 0,0 0 0,0-1 0,0 1 0,-1 0 0,1 0 0,-1 0 0,0 0 0,0 0 0,0 0 0,-1 1 0,1-1 0,-1 1 0,0 0 0,0-1 0,0 1 0,0 0 0,-1 1 0,1-1 0,-1 1 0,-5-3 0,-1 0 0,-1 1 0,0 0 0,0 1 0,0 0 0,-1 1 0,1 0 0,-24-1 0,-83 9 0,101-5 0,-31 4 0,-1 2 0,1 2 0,0 3 0,1 1 0,0 2 0,1 3 0,1 1 0,1 2 0,1 3 0,1 1 0,-59 45 0,89-60 0,0 0 0,-19 23 0,28-29 0,0 0 0,0-1 0,1 1 0,0 0 0,-1 0 0,1 1 0,1-1 0,-1 0 0,1 1 0,-1-1 0,1 1 0,0-1 0,0 10 0,1-12 0,0-1 0,0 1 0,1 0 0,-1 0 0,1-1 0,-1 1 0,1 0 0,-1-1 0,1 1 0,0-1 0,0 1 0,0-1 0,-1 1 0,2-1 0,-1 1 0,0-1 0,3 2 0,-1 0 0,1 0 0,0-1 0,0 0 0,0 1 0,0-2 0,8 4 0,13 2 0,0 0 0,1-2 0,49 4 0,81-6 0,-141-3 0,49-2 0,0-3 0,0-2 0,-1-3 0,0-3 0,-1-3 0,0-2 0,-2-3 0,72-35 0,-92 29 0,-40 27 0,0 0 0,0-1 0,1 1 0,-1 0 0,0 0 0,0 0 0,1 0 0,-1-1 0,0 1 0,0 0 0,0 0 0,1 0 0,-1-1 0,0 1 0,0 0 0,0 0 0,0-1 0,1 1 0,-1 0 0,0 0 0,0-1 0,0 1 0,0 0 0,0-1 0,0 1 0,0 0 0,0-1 0,0 1 0,0 0 0,0 0 0,0-1 0,0 1 0,0 0 0,0-1 0,0 1 0,0 0 0,0 0 0,-1-1 0,1 1 0,0 0 0,0-1 0,-2 1 0,-1-1 0,1 1 0,0 0 0,0 0 0,-1 0 0,1 0 0,0 0 0,0 0 0,-1 1 0,-2 0 0,-32 9 0,-43 17 0,-102 46-425,-192 107 0,-157 135-559,519-307 967,-163 111-267,133-87 209,-72 72 1,105-94 125,0 0 0,0 0 1,1 1-1,-10 19 1,15-26-14,2 0-1,-1 0 1,0 0 0,1 0 0,0 0 0,0 0-1,0 0 1,0 1 0,1-1 0,-1 0 0,1 1-1,1-1 1,-1 0 0,0 0 0,1 1 0,0-1 0,1 5-1,-1-7 2,0 1-1,0-1 1,1 0-1,-1 0 1,0 0-1,1 0 1,-1 0-1,1-1 1,0 1-1,0 0 1,0-1-1,-1 1 1,1-1-1,1 0 1,-1 1-1,0-1 1,0 0-1,0 0 1,1-1-1,-1 1 1,0 0-1,3 0 1,6 0 53,0 1 0,1-2 1,-1 1-1,15-3 0,28-3-82,0-3 1,-1-2-1,62-20 0,156-66-215,-164 56-99,-2-4 0,159-94-1,-249 129 305,38-27 0,-50 34 0,-1 1 0,0-1 0,1 0 0,-1-1 0,0 1 0,0 0 0,0-1 0,0 1 0,-1-1 0,1 1 0,-1-1 0,0 0 0,1 1 0,-1-1 0,0-3 0,-1 5 0,0 0 0,0 0 0,0 0 0,-1 0 0,1 0 0,0 0 0,-1 0 0,1 0 0,-1 0 0,1 0 0,-1 0 0,1 0 0,-1 0 0,0 1 0,1-1 0,-1 0 0,0 0 0,0 1 0,0-1 0,1 1 0,-1-1 0,0 1 0,0-1 0,0 1 0,0-1 0,0 1 0,0 0 0,0-1 0,0 1 0,0 0 0,0 0 0,0 0 0,0 0 0,0 0 0,0 0 0,-2 0 0,-47 3 0,-9 6 138,-96 29-1,-60 33 377,-4 1-226,189-64-288,27-10 0,7-4 0,10-8 0,-13 12 0,355-316 0,-352 315 0,8-7 0,0 0 0,-1-1 0,13-16 0,-24 27 0,0 0 0,-1 0 0,1 0 0,0 0 0,0 0 0,0 0 0,0 0 0,0 0 0,0 0 0,-1 0 0,1 0 0,0 0 0,0 0 0,0 0 0,0 0 0,0 0 0,-1 0 0,1 0 0,0 0 0,0 0 0,0 0 0,0 0 0,0-1 0,0 1 0,0 0 0,-1 0 0,1 0 0,0 0 0,0 0 0,0 0 0,0 0 0,0 0 0,0-1 0,0 1 0,0 0 0,0 0 0,0 0 0,0 0 0,0 0 0,0 0 0,0-1 0,0 1 0,0 0 0,0 0 0,0 0 0,-18 10 0,-25 26 0,1 1 0,-65 75 0,68-69 0,-170 217 0,207-258 0,0 1 0,0-1 0,0 1 0,0 0 0,1 0 0,0 0 0,-1 0 0,1 0 0,-1 5 0,2-7 0,0 0 0,0 0 0,1 0 0,-1-1 0,0 1 0,0 0 0,1 0 0,-1 0 0,0 0 0,1-1 0,-1 1 0,1 0 0,-1 0 0,1-1 0,0 1 0,-1 0 0,1-1 0,0 1 0,-1-1 0,1 1 0,0-1 0,0 1 0,-1-1 0,1 1 0,0-1 0,0 0 0,0 0 0,0 1 0,-1-1 0,1 0 0,0 0 0,0 0 0,0 0 0,0 0 0,0 0 0,1 0 0,26 1 0,-20-1 0,-1 0 0,1 0 0,-1 0 0,0 1 0,13 4 0,-19-5 0,1 1 0,-1-1 0,0 1 0,0 0 0,1-1 0,-1 1 0,0 0 0,0 0 0,0 0 0,0 0 0,0 0 0,0 0 0,0 0 0,-1 0 0,1 0 0,0 0 0,0 0 0,-1 1 0,1-1 0,-1 0 0,1 0 0,-1 1 0,0-1 0,1 1 0,-1-1 0,0 0 0,0 1 0,0-1 0,0 0 0,0 1 0,0-1 0,0 1 0,-1-1 0,1 0 0,-1 3 0,-5 12 0,0 0 0,-1-1 0,-1 0 0,0 0 0,-1-1 0,-1 0 0,-20 23 0,14-16 0,0 0 0,-16 29 0,31-48 0,0 0 0,-1 0 0,1 0 0,1 0 0,-1 0 0,0 0 0,0 1 0,1-1 0,-1 0 0,1 0 0,0 1 0,0-1 0,0 0 0,0 1 0,0-1 0,0 0 0,0 0 0,1 1 0,-1-1 0,3 4 0,-2-4 0,0-1 0,1 0 0,-1 0 0,1 0 0,-1 0 0,1 0 0,-1 0 0,1 0 0,0 0 0,-1 0 0,1-1 0,0 1 0,0-1 0,0 1 0,-1-1 0,1 0 0,0 0 0,0 0 0,0 0 0,0 0 0,-1 0 0,1 0 0,0-1 0,0 1 0,0 0 0,3-2 0,13-4 0,0 0 0,0-1 0,-1-1 0,0 0 0,0-1 0,20-15 0,91-77 0,-102 79 0,32-26 0,-58 48 0,0-1 0,0 1 0,0 0 0,1-1 0,-1 1 0,0 0 0,0 0 0,0-1 0,1 1 0,-1 0 0,0 0 0,0 0 0,1-1 0,-1 1 0,0 0 0,0 0 0,1 0 0,-1 0 0,0 0 0,1-1 0,-1 1 0,0 0 0,0 0 0,1 0 0,-1 0 0,0 0 0,1 0 0,-1 0 0,0 0 0,1 0 0,-1 0 0,0 0 0,1 0 0,-1 1 0,0-1 0,1 0 0,-1 0 0,0 0 0,0 0 0,1 0 0,-1 1 0,0-1 0,0 0 0,1 0 0,-1 0 0,1 1 0,-6 18 0,-17 22 0,5-12 0,0 2 0,-2-1 0,-31 40 0,49-70 0,1 1 0,-1-1 0,1 1 0,-1-1 0,1 1 0,-1-1 0,1 1 0,-1-1 0,0 0 0,1 1 0,-1-1 0,1 0 0,-1 1 0,0-1 0,1 0 0,-1 0 0,0 0 0,0 0 0,1 0 0,-1 0 0,0 0 0,1 0 0,-1 0 0,0 0 0,1 0 0,-1 0 0,0 0 0,1 0 0,-1-1 0,0 1 0,1 0 0,-1-1 0,-1 0 0,-19-18 0,9 5 0,4 9 0,0 1 0,-1 0 0,1 0 0,-1 0 0,0 1 0,0 0 0,0 1 0,0 0 0,0 0 0,-1 1 0,1 0 0,0 1 0,-1 0 0,1 0 0,0 1 0,-1 0 0,-14 4 0,-6 3 0,0 0 0,1 2 0,-56 27 0,64-26 0,0 1 0,1 0 0,1 2 0,0 0 0,1 1 0,-24 25 0,35-33 0,1 0 0,-1 1 0,2 0 0,-1 0 0,1 0 0,0 1 0,0 0 0,1 0 0,1 0 0,0 1 0,0-1 0,0 1 0,1-1 0,1 1 0,0 0 0,0 0 0,1 17 0,1-23 0,-1 0 0,1 0 0,0-1 0,0 1 0,1 0 0,-1 0 0,1-1 0,0 1 0,0-1 0,0 0 0,0 1 0,0-1 0,1 0 0,0 0 0,-1 0 0,1-1 0,0 1 0,1-1 0,-1 1 0,0-1 0,1 0 0,-1 0 0,1-1 0,-1 1 0,8 1 0,-5-1 0,1-1 0,0 0 0,-1 0 0,1 0 0,-1-1 0,1 0 0,0 0 0,0-1 0,-1 0 0,1 0 0,-1 0 0,1-1 0,-1 0 0,11-5 0,-2 0 0,-9 5 0,-1 0 0,1 0 0,-1-1 0,0 1 0,0-1 0,-1-1 0,1 1 0,0 0 0,-1-1 0,0 0 0,0 0 0,5-7 0,-9 11 0,0-1 0,0 1 0,1 0 0,-1-1 0,0 1 0,0-1 0,0 1 0,0-1 0,0 1 0,0-1 0,0 1 0,0 0 0,0-1 0,0 1 0,0-1 0,0 1 0,0-1 0,0 1 0,-1-1 0,1 1 0,0 0 0,0-1 0,0 1 0,-1-1 0,1 1 0,0 0 0,-1-1 0,1 1 0,0 0 0,0-1 0,-1 1 0,-16-6 0,-20 8 0,28 0 0,1 1 0,0 0 0,0 1 0,0 0 0,1 0 0,-14 11 0,18-13 0,1-1 0,-1 1 0,1 0 0,-1 0 0,1 0 0,0 1 0,0-1 0,0 1 0,0-1 0,1 1 0,-1 0 0,0-1 0,1 1 0,0 0 0,0 0 0,0 0 0,0 0 0,0 0 0,1 0 0,-1 0 0,1 0 0,0 4 0,0-5 0,1-1 0,-1 0 0,1 1 0,-1-1 0,1 1 0,-1-1 0,1 0 0,0 1 0,0-1 0,0 0 0,0 0 0,0 1 0,0-1 0,0 0 0,0 0 0,0 0 0,0 0 0,1-1 0,-1 1 0,0 0 0,1 0 0,-1-1 0,0 1 0,1-1 0,-1 1 0,1-1 0,2 1 0,0-1 0,1 1 0,0-1 0,-1 0 0,1 0 0,0-1 0,-1 1 0,1-1 0,6-2 0,8-4 0,1 0 0,-1-2 0,0 0 0,-1-2 0,0 0 0,-1 0 0,0-2 0,24-24 0,-21 18 0,-1-2 0,0 0 0,-2-1 0,-1-1 0,-1 0 0,14-28 0,-22 37 0,-1 0 0,-1 0 0,0 0 0,-1-1 0,0 1 0,-1-1 0,1-17 0,-4 24 0,0 1 0,0 0 0,-1 0 0,1-1 0,-2 1 0,1 0 0,-1 0 0,0 0 0,-1 0 0,1 1 0,-1-1 0,-1 1 0,1-1 0,-1 1 0,0 0 0,-9-9 0,4 6 0,-1 1 0,1 0 0,-1 0 0,-1 1 0,1 1 0,-1 0 0,0 0 0,-1 1 0,1 0 0,-1 1 0,0 1 0,-24-5 0,5 4 0,-1 1 0,1 2 0,-1 1 0,-31 4 0,54-4 0,-1 1 0,1 0 0,-1 1 0,1 0 0,-1 1 0,1 0 0,0 0 0,0 1 0,1 0 0,-15 8 0,20-6 0,10-6 0,11-5 0,-9 2 0,0-1 0,0 0 0,0-1 0,0 0 0,7-6 0,-12 8 0,0 0 0,-1-1 0,1 1 0,-1 0 0,1-1 0,-1 0 0,0 0 0,-1 0 0,1 0 0,-1 0 0,0-1 0,2-4 0,-3 8 0,-1 0 0,0 0 0,1 0 0,-1 0 0,0 0 0,0 0 0,1 0 0,-1 0 0,0 0 0,0 0 0,0 0 0,0 0 0,-1 0 0,1 0 0,0 0 0,0 0 0,0 0 0,-1 0 0,1 0 0,-1 0 0,1 0 0,-1 0 0,1 0 0,-1 0 0,1 0 0,-1 1 0,-1-2 0,0 1 0,0 0 0,1 0 0,-1 0 0,0 0 0,0 1 0,0-1 0,0 1 0,0-1 0,-1 1 0,1 0 0,0 0 0,0 0 0,-2 0 0,-6 1 0,-1 1 0,1 0 0,-1 0 0,-17 7 0,-3 5 0,1 1 0,0 2 0,1 1 0,1 1 0,-35 31 0,22-14 0,3 1 0,-59 73 0,95-107 0,-37 53 0,36-51 0,1-1 0,-1 1 0,1 0 0,0 0 0,1 0 0,-1 0 0,1 0 0,0 0 0,0 0 0,1 9 0,0-13 0,0 1 0,0-1 0,0 1 0,0-1 0,1 1 0,-1-1 0,1 1 0,-1-1 0,1 1 0,0-1 0,0 0 0,-1 1 0,1-1 0,0 0 0,0 1 0,0-1 0,0 0 0,0 0 0,1 0 0,-1 0 0,0 0 0,0 0 0,1-1 0,-1 1 0,1 0 0,-1-1 0,0 1 0,1 0 0,-1-1 0,1 0 0,-1 1 0,1-1 0,2 0 0,3 1 0,-1-1 0,1-1 0,-1 1 0,0-1 0,1 0 0,-1 0 0,7-3 0,2-1 0,0-1 0,-1-1 0,0 0 0,-1-1 0,1-1 0,-1 0 0,-1-1 0,0 0 0,12-13 0,-18 17 0,-1 0 0,0-1 0,0 0 0,-1 1 0,0-2 0,0 1 0,0 0 0,4-15 0,-7 18 0,0-1 0,0 0 0,-1 1 0,1-1 0,-1 0 0,0 0 0,0 1 0,-1-1 0,0 0 0,1 0 0,-1 1 0,-1-1 0,1 1 0,-1-1 0,0 1 0,-2-5 0,1 4 0,-1 1 0,1 0 0,-1-1 0,0 1 0,0 0 0,0 1 0,0-1 0,-1 1 0,1 0 0,-1 0 0,0 0 0,-9-3 0,11 4 0,0 1 0,0 0 0,0 0 0,0 0 0,0 0 0,0 1 0,0-1 0,0 1 0,0 0 0,0 0 0,0 0 0,0 0 0,-1 0 0,1 1 0,0-1 0,0 1 0,0 0 0,0 0 0,0 0 0,1 0 0,-1 1 0,0-1 0,-4 4 0,6-5 0,1 0 0,-1 1 0,1-1 0,-1 0 0,1 1 0,-1-1 0,1 0 0,-1 1 0,1-1 0,-1 1 0,1-1 0,0 1 0,-1-1 0,1 1 0,0-1 0,-1 1 0,1-1 0,0 1 0,-1-1 0,1 1 0,0-1 0,0 1 0,0 0 0,0-1 0,0 1 0,0-1 0,0 1 0,0 0 0,0-1 0,0 1 0,0 0 0,0-1 0,0 1 0,0-1 0,0 1 0,1-1 0,-1 1 0,0 0 0,0-1 0,1 1 0,-1-1 0,0 1 0,1-1 0,-1 1 0,1-1 0,-1 1 0,1-1 0,-1 0 0,0 1 0,1-1 0,0 0 0,-1 1 0,1-1 0,-1 0 0,1 0 0,-1 1 0,1-1 0,0 0 0,3 1 0,0 0 0,-1 0 0,1 0 0,0-1 0,0 1 0,-1-1 0,1 0 0,6-1 0,5-3 0,-1 0 0,0-1 0,-1 0 0,1-1 0,-1-1 0,0 0 0,0-1 0,-1-1 0,0 1 0,-1-2 0,20-20 0,-15 13 0,0-2 0,-1 0 0,-1 0 0,-1-1 0,-1-1 0,16-36 0,-26 52 0,1-1 0,-1 0 0,-1 0 0,1 0 0,-1 0 0,0 0 0,0 0 0,-1 0 0,0 0 0,0-1 0,-1-8 0,0 12 0,0 0 0,0 0 0,0 0 0,-1 1 0,1-1 0,-1 0 0,1 1 0,-1-1 0,0 1 0,0 0 0,0-1 0,0 1 0,0 0 0,-1 0 0,1 0 0,0 1 0,-1-1 0,0 0 0,1 1 0,-1 0 0,0 0 0,0-1 0,0 2 0,-5-2 0,-1 0 0,1 1 0,-1 0 0,0 0 0,1 1 0,-1 0 0,0 1 0,1 0 0,-1 0 0,0 1 0,1 0 0,0 0 0,-1 1 0,1 0 0,0 0 0,0 1 0,1 0 0,-1 1 0,1 0 0,0 0 0,0 0 0,-9 10 0,15-14 0,0 0 0,0 0 0,1 0 0,-1 0 0,0-1 0,0 1 0,1 0 0,-1 0 0,1 0 0,-1 1 0,1-1 0,-1 0 0,1 0 0,0 0 0,-1 0 0,1 0 0,0 0 0,0 1 0,0-1 0,0 0 0,0 0 0,0 0 0,0 0 0,0 1 0,1-1 0,-1 0 0,0 0 0,1 0 0,-1 0 0,1 0 0,-1 0 0,1 0 0,-1 0 0,1 0 0,0 0 0,-1 0 0,1 0 0,0 0 0,0-1 0,0 1 0,0 0 0,0 0 0,0-1 0,1 2 0,5 1 0,0 0 0,-1-1 0,1 1 0,0-1 0,0-1 0,0 1 0,8-1 0,11 1 0,0-1 0,0-1 0,0-1 0,34-7 0,112-31 0,-171 39 0,772-244-1787,-242 68 605,-505 168 1114,16-5 50,0 1 0,64-8 0,-104 19 16,0 1 1,0-1-1,1 1 1,-1 0-1,0 0 1,0 0-1,1 0 1,-1 0 0,0 0-1,0 1 1,0-1-1,1 1 1,-1-1-1,0 1 1,0 0-1,0 0 1,0 0-1,0 0 1,0 0-1,0 0 1,-1 1-1,1-1 1,0 0 0,-1 1-1,1 0 1,-1-1-1,3 5 1,-2-1 19,-1 0 1,0 0 0,0 1-1,0-1 1,-1 1-1,1-1 1,-1 0 0,-1 1-1,1-1 1,-2 8 0,-9 43 478,-1-1 0,-3 0 1,-41 94-1,29-79-435,-171 438-125,-31 78-102,204-524 165,14-37 0,2 1 0,-10 33 0,19-59 5,0 1-1,-1 0 1,1-1 0,0 1-1,0-1 1,-1 1 0,1-1 0,0 1-1,0 0 1,0-1 0,0 1-1,0 0 1,0-1 0,0 1-1,0 0 1,0-1 0,0 1-1,0-1 1,0 1 0,0 0-1,1-1 1,-1 1 0,0-1-1,0 1 1,1 0 0,-1-1-1,0 1 1,1-1 0,-1 1-1,1-1 1,-1 1 0,0-1-1,1 0 1,0 2 0,1-3 21,-1 1 0,1 0 0,0 0 0,-1-1-1,0 1 1,1-1 0,-1 1 0,1-1 0,-1 0 0,1 0 0,-1 1 0,0-1 0,2-2 0,40-35 531,-2-7-550,-2-2 0,37-58-1,-73 99-6,0 1 0,0 0 0,0-1 0,-1 0 0,0 0 0,0 1 0,-1-1 0,1 0 0,-1 0 0,-1-1 0,1 1 0,-1 0 0,0 0 0,0 0 0,-1 0 0,0 0 0,-1-6 0,1-3 0,1 1 0,0-1 0,1 1 0,1 0 0,6-23 0,-4 103 0,-3-56 0,0 15 0,1-1 0,2 0 0,9 37 0,-11-54 0,1-1 0,-1 0 0,1 0 0,0-1 0,0 1 0,1 0 0,8 9 0,-10-12 0,1-1 0,0 1 0,0-1 0,0 0 0,0 0 0,0 0 0,0 0 0,1-1 0,-1 1 0,1-1 0,-1 0 0,1 0 0,-1 0 0,1 0 0,4 0 0,-7-1 0,1 0 0,0 1 0,0-1 0,-1 0 0,1 0 0,0 0 0,0 0 0,-1 0 0,1-1 0,0 1 0,-1 0 0,1-1 0,0 1 0,-1-1 0,1 0 0,0 0 0,-1 1 0,1-1 0,-1 0 0,0 0 0,1-1 0,-1 1 0,0 0 0,1 0 0,-1-1 0,0 1 0,0 0 0,0-1 0,0 1 0,0-1 0,-1 1 0,1-1 0,0 0 0,-1 1 0,1-1 0,-1-1 0,1 0 0,-1 0 0,-1 1 0,1-1 0,0 1 0,-1-1 0,1 1 0,-1-1 0,0 1 0,1-1 0,-1 1 0,0 0 0,-1-1 0,1 1 0,0 0 0,-1 0 0,1 0 0,-1 0 0,0 0 0,0 0 0,1 0 0,-1 1 0,0-1 0,-1 1 0,-2-3 0,-1 1 0,0 0 0,-1 0 0,1 0 0,-1 1 0,1 0 0,-1 0 0,0 0 0,0 1 0,0 0 0,0 1 0,0 0 0,0 0 0,0 0 0,0 0 0,0 1 0,-9 3 0,6-1 0,0 1 0,0 0 0,0 1 0,1 0 0,0 0 0,0 1 0,0 0 0,0 1 0,1 0 0,-7 8 0,10-10 0,-20 16 0,24-20 0,1-1 0,-1 1 0,0-1 0,0 0 0,1 1 0,-1-1 0,0 0 0,0 0 0,0 0 0,1 1 0,-1-1 0,0 0 0,0 0 0,0 0 0,1 0 0,-1 0 0,0-1 0,0 1 0,0 0 0,1 0 0,-1 0 0,0-1 0,0 1 0,1 0 0,-1-1 0,0 1 0,0-1 0,1 1 0,-1-1 0,1 1 0,-1-1 0,0 1 0,1-1 0,-1 1 0,0-2 0,-6-9 0,1-1 0,0 1 0,1-1 0,-5-18 0,6 19 0,1 1 0,-1-1 0,-1 0 0,0 1 0,-1 0 0,0 0 0,-12-14 0,10 17 0,0 0 0,0 0 0,-1 1 0,0 0 0,0 1 0,-1 0 0,0 1 0,0 0 0,0 0 0,0 1 0,0 0 0,-1 1 0,-12-2 0,0 2 0,1 0 0,0 2 0,-1 0 0,1 2 0,-29 5 0,43-6 0,0 1 0,1 0 0,-1 0 0,1 0 0,0 1 0,0 1 0,0-1 0,0 1 0,0 0 0,1 1 0,-8 6 0,10-7 0,1 0 0,-1 0 0,1 1 0,-1 0 0,1-1 0,1 1 0,-1 1 0,1-1 0,0 0 0,0 0 0,0 1 0,1-1 0,-1 1 0,2 0 0,-2 9 0,2-8 0,-1-1 0,2 1 0,-1 0 0,1-1 0,-1 1 0,2-1 0,-1 1 0,1-1 0,0 0 0,0 0 0,1 1 0,0-2 0,6 11 0,-7-13 0,1 0 0,0 1 0,0-1 0,1 0 0,-1-1 0,1 1 0,-1-1 0,1 0 0,0 1 0,0-1 0,0-1 0,0 1 0,0-1 0,0 0 0,0 1 0,1-2 0,-1 1 0,0-1 0,1 1 0,-1-1 0,9-1 0,-6 0 0,0 1 0,0-2 0,0 1 0,-1-1 0,1 0 0,0 0 0,-1-1 0,1 0 0,-1 0 0,0-1 0,0 1 0,0-1 0,0-1 0,-1 1 0,0-1 0,0 0 0,0 0 0,0 0 0,-1-1 0,0 0 0,6-10 0,-2 1 0,-1-1 0,-1 0 0,0-1 0,-1 0 0,0 0 0,-2 0 0,3-28 0,-3 31 0,0 0 0,1 1 0,0-1 0,1 1 0,1 0 0,0 0 0,1 1 0,0 0 0,1 0 0,11-12 0,1-6 0,8-11 0,82-131 0,-86 131 0,-2-2 0,21-55 0,-40 89 0,0 0 0,0 0 0,-1 0 0,0 0 0,-1-1 0,0 1 0,0-13 0,-1 19 0,0 0 0,-1 0 0,1 0 0,-1 0 0,0 0 0,0 0 0,0 0 0,0 0 0,-1 0 0,1 0 0,-1 1 0,1-1 0,-1 1 0,0-1 0,0 1 0,0 0 0,0-1 0,-1 1 0,1 0 0,-1 0 0,1 1 0,-1-1 0,0 1 0,1-1 0,-6-1 0,1 1 0,0-1 0,-1 1 0,1 1 0,-1-1 0,0 1 0,1 1 0,-1-1 0,0 1 0,0 1 0,0-1 0,1 1 0,-1 1 0,0-1 0,1 1 0,0 1 0,-1-1 0,1 1 0,0 1 0,0-1 0,0 1 0,-10 8 0,11-7 0,1-1 0,0 1 0,0 0 0,0 0 0,1 0 0,-1 0 0,1 1 0,1 0 0,-1 0 0,1 0 0,0 0 0,0 1 0,1-1 0,0 1 0,0-1 0,0 1 0,1 0 0,0 0 0,0 0 0,1 0 0,0 0 0,0 0 0,1-1 0,2 12 0,-2-13 0,2 0 0,-1 0 0,1 0 0,0 0 0,0 0 0,0-1 0,0 1 0,1-1 0,0 0 0,0 0 0,0 0 0,0 0 0,1-1 0,-1 0 0,1 0 0,0 0 0,0-1 0,0 1 0,0-1 0,1 0 0,5 1 0,-4 0 0,0-1 0,-1-1 0,1 1 0,0-1 0,0 0 0,0-1 0,0 1 0,0-1 0,0-1 0,0 1 0,0-1 0,-1-1 0,1 1 0,0-1 0,0 0 0,9-5 0,-15 7 0,0-1 0,-1 1 0,1 0 0,0-1 0,0 0 0,-1 1 0,1-1 0,0 1 0,-1-1 0,1 0 0,0 1 0,-1-1 0,1 0 0,-1 0 0,1 1 0,-1-1 0,0 0 0,1 0 0,-1 0 0,0 0 0,0 1 0,1-1 0,-1 0 0,0 0 0,0 0 0,0 0 0,0 0 0,0 0 0,0 0 0,0 1 0,-1-1 0,1 0 0,0 0 0,0 0 0,-1 0 0,1 0 0,0 1 0,-1-1 0,1 0 0,-1 0 0,1 1 0,-1-1 0,0 0 0,1 0 0,-1 1 0,1-1 0,-1 1 0,0-1 0,0 1 0,1-1 0,-1 1 0,0-1 0,-1 0 0,-3-2 0,0 0 0,0 0 0,-1 0 0,1 1 0,-1 0 0,1 0 0,-8-2 0,2 3 0,-1 0 0,1 1 0,-1 1 0,0 0 0,1 0 0,0 1 0,-1 1 0,1-1 0,0 2 0,-21 9 0,4 0 0,1 2 0,-48 32 0,-15 26 0,78-62 0,1 0 0,0 1 0,1 0 0,0 1 0,-8 14 0,18-26 0,-1 0 0,0-1 0,1 1 0,-1 0 0,1 0 0,0 0 0,-1 0 0,1 0 0,-1-1 0,1 1 0,0 0 0,0 0 0,0 0 0,0 0 0,-1 0 0,1 0 0,0 0 0,1 0 0,-1 0 0,0 0 0,0 0 0,0 0 0,0 0 0,1 0 0,-1-1 0,0 1 0,1 0 0,-1 0 0,1 0 0,0 1 0,1-1 0,0 0 0,-1 0 0,1 0 0,0-1 0,0 1 0,0 0 0,0-1 0,0 0 0,0 1 0,0-1 0,0 0 0,0 0 0,3 0 0,10-1 0,0-1 0,25-7 0,-40 9 0,135-45 0,-64 19 0,-96 50 0,21-21 0,-3 1 0,1 0 0,0 0 0,0 1 0,0-1 0,1 1 0,-1 1 0,1-1 0,-7 12 0,11-17 0,1 1 0,0 0 0,-1-1 0,1 1 0,0 0 0,0 0 0,-1-1 0,1 1 0,0 0 0,0 0 0,0-1 0,0 1 0,0 0 0,0 0 0,0-1 0,0 1 0,0 0 0,1-1 0,-1 1 0,0 0 0,0 0 0,1-1 0,-1 1 0,0 0 0,1-1 0,-1 1 0,0-1 0,1 1 0,-1 0 0,1-1 0,-1 1 0,1-1 0,0 1 0,-1-1 0,1 0 0,-1 1 0,2 0 0,31 11 0,-17-7 0,-12-3 0,0 0 0,0 0 0,0 1 0,0 0 0,-1-1 0,7 8 0,-9-10 0,0 1 0,0 0 0,-1 0 0,1-1 0,0 1 0,-1 0 0,1 0 0,-1 0 0,1 0 0,-1 0 0,1 0 0,-1 0 0,1 0 0,-1 0 0,0 0 0,0 0 0,1 0 0,-1 0 0,0 0 0,0 1 0,0-1 0,0 0 0,-1 0 0,1 0 0,0 0 0,0 0 0,0 0 0,-1 0 0,1 0 0,-1 0 0,1 0 0,-2 2 0,2-3 0,-1 0 0,1 1 0,-1-1 0,0 1 0,1-1 0,-1 0 0,0 1 0,1-1 0,-1 0 0,0 0 0,0 1 0,1-1 0,-1 0 0,0 0 0,0 0 0,1 0 0,-1 0 0,0 0 0,0 0 0,1 0 0,-1 0 0,0-1 0,1 1 0,-1 0 0,0 0 0,0-1 0,1 1 0,-1 0 0,0-1 0,1 1 0,-1-1 0,1 1 0,-1-1 0,0 0 0,-20-21 0,11 3 0,1 0 0,1-1 0,-8-27 0,10 29 0,1 0 0,-2 1 0,0 0 0,-1 1 0,-16-24 0,19 34 0,0 0 0,-1 1 0,1-1 0,-1 1 0,-1 0 0,1 1 0,-1 0 0,0 0 0,0 0 0,0 1 0,0 0 0,-1 0 0,1 0 0,-1 1 0,-12-1 0,-2 0 0,-1 1 0,1 1 0,-1 1 0,-29 3 0,45-1 0,-1-1 0,1 1 0,-1 0 0,1 1 0,-10 4 0,-3 1 0,43-74-1365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5T17:45:56.5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214B2-0319-42AD-BFED-FE97351F426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60BFD-BD7D-44F8-958C-2932D17A4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9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EAB0-B2C9-2727-6BCC-37B04E1A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F9185-460B-EE56-0764-A545E1A1A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332B8-7F8A-DC3F-B0A0-7509B2D55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BAFEE-963F-BC98-1B35-2BEAE8275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60BFD-BD7D-44F8-958C-2932D17A443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90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FE16-7D83-CC80-9B37-FED3A641B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7AA23-8A97-CE9A-3BFC-82CDE971A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29D3-88AA-6CB9-1D5D-7BEFEC52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80A4-792C-6F78-70E3-6012EB9B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CE73D-3174-9554-F494-E95EC581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6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652C-9506-88E6-A3AA-557DAD34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B3C6-273B-D754-5988-A01BA4A75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9E4F4-5898-4DF6-2F88-0F8261CB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01A5F-A16B-E456-7644-B524C03B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8F34A-574B-6161-E8D7-EF600F5A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3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2A90-6A2F-AA74-31DF-44907F0E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32C6F-B3FF-B34C-DA1A-E747D08DD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E6ED3-3614-8900-B6F2-3D0FCECA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06306-2FDF-113D-B294-A4C7602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4B4AA-0FC4-8E1C-74F2-C40E2EDF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00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DC8E-27B5-2EBF-6874-C9EA33F5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E278-43CF-D1AE-2720-0CF414D8C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34343-35E5-E2A0-E1D6-54683911F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8E590-E027-5872-E001-0DA8FAF8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C7B51-23B1-7403-A7CD-7457AA55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D1A62-989A-5ECE-977D-23B95C39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385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1117-A2B3-A485-420F-3E05DCB1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1C806-CCF8-0778-26D5-24FD6627C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B1AF0-3E88-BE39-14C1-B11F532E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7B791-6865-8366-BAAF-36D6EBB21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26CF1F-8AF9-AC08-27AE-2BB508249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2116C-9BDF-2484-6F82-93E93469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14B9F-7188-EDC4-C844-8F5BE27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5AF64-A6FC-09E3-6E5E-3D5F825E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28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AE9C-8F5A-8CC9-4E7B-4C466A1E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147CD-09F8-F74A-4264-20B5B25A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8A861-BA5E-125B-6B8B-22E6B60D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C1881-CF65-980A-4682-F734479B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50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A3462-1D5E-4FFF-8F85-CAD46E2E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4DCDF-E4AF-E85B-062C-04A02EFE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FF7E5-E61D-70C8-19B5-F21F79F1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72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DD8D-6609-DB65-D812-CF736060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7A0B-5874-68DF-9853-DD4218CB0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95DE-2E23-4952-E8E8-CAC371163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653A3-809D-15CC-916B-0296F12E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6E4D3-2DA0-BE72-A55E-16673E33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2BA1D-4153-2F49-BAE5-CCF3733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15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7BA0-0950-3FD4-38F9-71664344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82B9E-CFAA-0153-D15F-4AE343032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D9C5C-ED3D-74A7-47B8-EF6B823F1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2056D-4907-A51C-F037-E214C97B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04EF-BACE-25FB-FB22-7340C969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3E991-8518-91AA-F596-1E86F7D2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37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D0B3-BC3B-86C7-7D1E-A9823AAA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5D65-7B86-3FD6-D90D-01A5727C4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8A6D6-DB1B-F3A9-1C68-0D0D139E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F7AB0-2605-15AF-8B42-166C4733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2C81-F809-6E19-F185-2ACE2CC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30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46180-C142-BF29-B8B6-710A80C2D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CEA68-FD84-71A4-45E9-4FCF6401D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FAB3-BD9E-7886-C8EE-35BC2D16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BEFC-A792-3F92-96C0-D383BD6C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6974E-1D3B-8420-7FEF-F4BDFC48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16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5F290-1E8F-C46A-4D54-18A384DA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854A3-4014-8344-9646-1EB82F81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1F722-97A1-9478-D258-28543D509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C163C-8D92-47D9-92B2-9322835B74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16A2D-2D17-5ACA-59E1-0F04231A0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F9EFB-5CB4-B1FE-42BF-63FD510B4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9496A-812D-49D8-A6EF-722BC4318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1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customXml" Target="../ink/ink5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customXml" Target="../ink/ink7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D06F68-F947-6553-9CFC-AE475C2F4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4235" y="4382988"/>
            <a:ext cx="6611169" cy="510197"/>
          </a:xfrm>
        </p:spPr>
        <p:txBody>
          <a:bodyPr anchor="ctr"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 and Inventory Management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4F52D7-0839-804F-8225-B710C4775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42434" r="3204" b="40246"/>
          <a:stretch>
            <a:fillRect/>
          </a:stretch>
        </p:blipFill>
        <p:spPr>
          <a:xfrm>
            <a:off x="1864235" y="3399762"/>
            <a:ext cx="5407742" cy="983226"/>
          </a:xfrm>
          <a:prstGeom prst="rect">
            <a:avLst/>
          </a:prstGeom>
        </p:spPr>
      </p:pic>
      <p:sp>
        <p:nvSpPr>
          <p:cNvPr id="17" name="Flowchart: Stored Data 16">
            <a:extLst>
              <a:ext uri="{FF2B5EF4-FFF2-40B4-BE49-F238E27FC236}">
                <a16:creationId xmlns:a16="http://schemas.microsoft.com/office/drawing/2014/main" id="{2B00FFBE-5629-ECF2-CEA4-01CE48959B28}"/>
              </a:ext>
            </a:extLst>
          </p:cNvPr>
          <p:cNvSpPr/>
          <p:nvPr/>
        </p:nvSpPr>
        <p:spPr>
          <a:xfrm rot="2769804">
            <a:off x="-952903" y="-2382888"/>
            <a:ext cx="3860113" cy="6466093"/>
          </a:xfrm>
          <a:prstGeom prst="flowChartOnlineStorag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Stored Data 19">
            <a:extLst>
              <a:ext uri="{FF2B5EF4-FFF2-40B4-BE49-F238E27FC236}">
                <a16:creationId xmlns:a16="http://schemas.microsoft.com/office/drawing/2014/main" id="{FF72C880-9E3E-C429-5C4A-8BA6117C551A}"/>
              </a:ext>
            </a:extLst>
          </p:cNvPr>
          <p:cNvSpPr/>
          <p:nvPr/>
        </p:nvSpPr>
        <p:spPr>
          <a:xfrm rot="13177066">
            <a:off x="9224724" y="2530301"/>
            <a:ext cx="5855113" cy="7374146"/>
          </a:xfrm>
          <a:prstGeom prst="flowChartOnlineStorag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65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8C1F1-0D99-1BD5-BEE8-812302E6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7F1F9-6F93-AEDF-F5E4-3CD98B35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0560" y="1235728"/>
            <a:ext cx="6146800" cy="5293360"/>
          </a:xfrm>
        </p:spPr>
        <p:txBody>
          <a:bodyPr>
            <a:normAutofit fontScale="70000" lnSpcReduction="20000"/>
          </a:bodyPr>
          <a:lstStyle/>
          <a:p>
            <a:pPr marL="540000">
              <a:lnSpc>
                <a:spcPct val="160000"/>
              </a:lnSpc>
              <a:spcBef>
                <a:spcPts val="1200"/>
              </a:spcBef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Blue Dart Express Warehouse &amp; Inventory Management System (WIMS) is a database project developed to manage warehouse operations efficiently. It helps maintain supplier, product, inventory, customer, order, and shipment records in a centralized system. </a:t>
            </a:r>
          </a:p>
          <a:p>
            <a:pPr marL="540000">
              <a:lnSpc>
                <a:spcPct val="160000"/>
              </a:lnSpc>
              <a:spcBef>
                <a:spcPts val="1200"/>
              </a:spcBef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built using MySQL and uses Primary Keys and Foreign Keys to maintain data integrity and reduce redundancy. It supports inventory tracking, order management, shipment monitoring, and SQL-based reporting for better warehouse operations.</a:t>
            </a:r>
          </a:p>
          <a:p>
            <a:endParaRPr lang="en-IN" dirty="0"/>
          </a:p>
        </p:txBody>
      </p:sp>
      <p:pic>
        <p:nvPicPr>
          <p:cNvPr id="2" name="Picture 1" descr="Blue green Images - Free Download on Magnific (formerly Freepik)">
            <a:extLst>
              <a:ext uri="{FF2B5EF4-FFF2-40B4-BE49-F238E27FC236}">
                <a16:creationId xmlns:a16="http://schemas.microsoft.com/office/drawing/2014/main" id="{A36BD2F7-3D2C-3261-4572-984690C48A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84"/>
          <a:stretch>
            <a:fillRect/>
          </a:stretch>
        </p:blipFill>
        <p:spPr>
          <a:xfrm flipH="1">
            <a:off x="0" y="502920"/>
            <a:ext cx="5273040" cy="63550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00A7F12-56A1-1353-BB9B-01B2FCCCF203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EF7479-E06B-9FCD-B891-D765BDF212D7}"/>
                  </a:ext>
                </a:extLst>
              </p14:cNvPr>
              <p14:cNvContentPartPr/>
              <p14:nvPr/>
            </p14:nvContentPartPr>
            <p14:xfrm>
              <a:off x="4609400" y="3206800"/>
              <a:ext cx="1051200" cy="79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EF7479-E06B-9FCD-B891-D765BDF212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6400" y="3144160"/>
                <a:ext cx="117684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9A5FC8-9006-ABEF-0ECE-69F680074E49}"/>
                  </a:ext>
                </a:extLst>
              </p14:cNvPr>
              <p14:cNvContentPartPr/>
              <p14:nvPr/>
            </p14:nvContentPartPr>
            <p14:xfrm>
              <a:off x="4560440" y="3334600"/>
              <a:ext cx="929160" cy="1186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9A5FC8-9006-ABEF-0ECE-69F680074E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7800" y="3271960"/>
                <a:ext cx="1054800" cy="13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DCAC76-0C0B-F0DD-1AAB-6308FAA87107}"/>
                  </a:ext>
                </a:extLst>
              </p14:cNvPr>
              <p14:cNvContentPartPr/>
              <p14:nvPr/>
            </p14:nvContentPartPr>
            <p14:xfrm>
              <a:off x="4602200" y="3799720"/>
              <a:ext cx="442440" cy="366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DCAC76-0C0B-F0DD-1AAB-6308FAA871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39560" y="3736720"/>
                <a:ext cx="568080" cy="49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09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0B49-BBED-EE80-2C6C-67495D3C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5A3C58-C857-F60E-242A-7256001D3477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9E04AE-600C-3EDD-A4BC-2247DAD19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326" r="3" b="57850"/>
          <a:stretch>
            <a:fillRect/>
          </a:stretch>
        </p:blipFill>
        <p:spPr>
          <a:xfrm>
            <a:off x="1297858" y="927297"/>
            <a:ext cx="9940414" cy="582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2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3996-9052-A8C9-24C1-3ADBB868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B6668A-F502-EF86-0638-5C754671CFB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STRUCTURE OF TABLE</a:t>
            </a:r>
          </a:p>
          <a:p>
            <a:pPr algn="ctr"/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237A6C-19E3-6EE5-F755-C4D604A63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016033"/>
              </p:ext>
            </p:extLst>
          </p:nvPr>
        </p:nvGraphicFramePr>
        <p:xfrm>
          <a:off x="1730477" y="1530063"/>
          <a:ext cx="8748000" cy="43088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15105">
                  <a:extLst>
                    <a:ext uri="{9D8B030D-6E8A-4147-A177-3AD203B41FA5}">
                      <a16:colId xmlns:a16="http://schemas.microsoft.com/office/drawing/2014/main" val="3249142556"/>
                    </a:ext>
                  </a:extLst>
                </a:gridCol>
                <a:gridCol w="6632895">
                  <a:extLst>
                    <a:ext uri="{9D8B030D-6E8A-4147-A177-3AD203B41FA5}">
                      <a16:colId xmlns:a16="http://schemas.microsoft.com/office/drawing/2014/main" val="3879341459"/>
                    </a:ext>
                  </a:extLst>
                </a:gridCol>
              </a:tblGrid>
              <a:tr h="60205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sto MT" panose="02040603050505030304" pitchFamily="18" charset="0"/>
                        </a:rPr>
                        <a:t>INDEX</a:t>
                      </a:r>
                      <a:endParaRPr lang="en-IN" sz="24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sto MT" panose="02040603050505030304" pitchFamily="18" charset="0"/>
                        </a:rPr>
                        <a:t>TABLES</a:t>
                      </a:r>
                      <a:endParaRPr lang="en-IN" sz="24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7220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1.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SUPPLIERS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135752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2.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WAREHOUSES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319821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3.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83466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4.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4652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5.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35558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6.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ORDERS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646768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sto MT" panose="02040603050505030304" pitchFamily="18" charset="0"/>
                        </a:rPr>
                        <a:t>7.</a:t>
                      </a:r>
                      <a:endParaRPr lang="en-IN" sz="18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sto MT" panose="02040603050505030304" pitchFamily="18" charset="0"/>
                        </a:rPr>
                        <a:t>SHIPMENTS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94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64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58F86-F8B4-641C-467E-073518F7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5CDC79-7067-66A6-830E-3E61F01A6D2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84EFB-02A2-5E7C-9A92-1803F8919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3E5818B-5FE6-34D1-99D7-241085B627AD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</a:t>
            </a:r>
            <a:r>
              <a:rPr lang="en-US" sz="2000" b="1" dirty="0">
                <a:solidFill>
                  <a:srgbClr val="3D0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:-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AB49471-5700-366B-A65C-DD881EC60ECA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master details of all suppliers who provide products to the warehouse, including their contact information and location.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4C578E0-9069-44D3-6D68-73F3C3406AF5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6B7A0CC-DEE8-B796-CBC8-278DE4384775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rgbClr val="1A103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en-US" sz="1600" dirty="0">
                <a:solidFill>
                  <a:srgbClr val="1A103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51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C9BE-86D9-42F5-0C81-275FCE52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123E46-279E-5EF3-8CD8-D78696BB3FBB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55125-4641-3C77-AB1B-336E50DA5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A49C7E-DE5F-4B02-D71E-4D15BEE1D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4FF211E8-77DA-032B-9D3E-561E54FA3870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8C50D1C8-5B45-6B81-FCFC-7B8C21D3F558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details of all warehouses where products are stored, managed, and distributed for customer orders.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3C33B65-75F6-B143-F89F-5A8200791796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926122AA-5DDE-6AA0-E4D0-4202DA15020B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19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C3BC-F1FA-6E86-BC25-1AF07EED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7DE317-F422-09BA-5B23-AABE45A2FCD2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4E102-741E-F6E7-7D3F-CF7736261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E39D7-49A6-1397-61AE-A47358A03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1560E1-0547-98C7-1F7B-17879C370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t="5726" r="5909"/>
          <a:stretch>
            <a:fillRect/>
          </a:stretch>
        </p:blipFill>
        <p:spPr>
          <a:xfrm>
            <a:off x="491613" y="1089665"/>
            <a:ext cx="6066503" cy="4426232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0619D634-E1F0-C75A-2A1F-38DB726F3998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D8A5E23-83C1-4F92-A04A-7E4BC1BDF737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master list of all products available in the inventory, including their category, price, supplier, and product details.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98B09CA2-189F-81F1-5173-E8799E04942B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BB9E730-4156-D486-4D3C-AE12D7B41DEB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3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4CD4-B05C-1D5B-AA8C-282BC56F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E61F36-052A-0944-3D24-AD16CDC3FBA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84E71-56BC-81F5-536C-0E4CC1885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7EBA80-4A5D-1681-6AF4-0973A8DED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6DB88C-7497-850B-202E-3B5D5AC06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t="5726" r="5909"/>
          <a:stretch>
            <a:fillRect/>
          </a:stretch>
        </p:blipFill>
        <p:spPr>
          <a:xfrm>
            <a:off x="491613" y="1089665"/>
            <a:ext cx="6066503" cy="4426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3FD95A-BC7D-DDEB-A64B-C28004EE5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" t="5339" r="16731"/>
          <a:stretch>
            <a:fillRect/>
          </a:stretch>
        </p:blipFill>
        <p:spPr>
          <a:xfrm>
            <a:off x="491613" y="1089664"/>
            <a:ext cx="6066503" cy="4426233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0D968CF9-3D74-04DC-2E63-BFA5074D81FC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6C27E63-E231-836F-20F7-261B739E90B6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stock information for each product in every warehouse, including available quantity and stock updates.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9F6BEF7-F26A-FD39-B0F0-6CFB6B029959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3AC7BD5-76DB-E496-4D09-B12EA6B25D7F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02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E8E3-2437-65FA-FBC7-0F4487D3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A432FA-F848-3029-D5CC-31EEE5E19FA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340E3-A2C3-50AE-C668-6D08DDA56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C0731-0375-94F8-BE47-D87867650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8E50E7-F12B-690E-BEB7-2E586D3EF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t="5726" r="5909"/>
          <a:stretch>
            <a:fillRect/>
          </a:stretch>
        </p:blipFill>
        <p:spPr>
          <a:xfrm>
            <a:off x="491613" y="1089665"/>
            <a:ext cx="6066503" cy="4426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9D184C-BE42-53DE-2722-47FEEB0BE8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" t="5339" r="16731"/>
          <a:stretch>
            <a:fillRect/>
          </a:stretch>
        </p:blipFill>
        <p:spPr>
          <a:xfrm>
            <a:off x="491613" y="1089664"/>
            <a:ext cx="6066503" cy="442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62B34-5005-9D7F-4AEE-A32B7A527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" t="8118" r="24132" b="4314"/>
          <a:stretch>
            <a:fillRect/>
          </a:stretch>
        </p:blipFill>
        <p:spPr>
          <a:xfrm>
            <a:off x="491613" y="1089664"/>
            <a:ext cx="6056674" cy="4426233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D6A31536-0485-1698-9501-9E9125080CA0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333BD6D-1984-CF9C-461A-F2DAC2FF48F9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details of customers who place orders, including their contact information and delivery address.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2E2C5F7-355E-AD70-CF96-37780D730F92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5DC6A73-216E-7C8A-5C9E-253AA54CC8E6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45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156E-9A15-C275-58DA-7586ABAA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C25F41-0C9A-C0F8-4086-CB8FDD6EC83E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CF66D-D407-498C-22C5-CC265687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E94AB1-4E59-C93B-CC83-2C06C9A18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A56A7C-BDED-E55A-58E4-8AB765402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t="5726" r="5909"/>
          <a:stretch>
            <a:fillRect/>
          </a:stretch>
        </p:blipFill>
        <p:spPr>
          <a:xfrm>
            <a:off x="491613" y="1089665"/>
            <a:ext cx="6066503" cy="4426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691400-2833-52F5-C013-72D969C65A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" t="5339" r="16731"/>
          <a:stretch>
            <a:fillRect/>
          </a:stretch>
        </p:blipFill>
        <p:spPr>
          <a:xfrm>
            <a:off x="491613" y="1089664"/>
            <a:ext cx="6066503" cy="442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7C8A0-5049-7CCF-D334-BCEE463669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" t="8118" r="24132" b="4314"/>
          <a:stretch>
            <a:fillRect/>
          </a:stretch>
        </p:blipFill>
        <p:spPr>
          <a:xfrm>
            <a:off x="491613" y="1089664"/>
            <a:ext cx="6056674" cy="4426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7B303D-F42B-B528-A180-FFE7C60C80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t="3727" r="14324"/>
          <a:stretch>
            <a:fillRect/>
          </a:stretch>
        </p:blipFill>
        <p:spPr>
          <a:xfrm>
            <a:off x="502831" y="1089664"/>
            <a:ext cx="6056674" cy="4426233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05E4E9A0-D3F7-4D7B-E07D-1A390C3D25B5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EE53851-22E6-D643-E298-D3E337912CD5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all customer order records, including the ordered products, order date, warehouse, and order status.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3F59228-EC41-6B6A-C8DF-3D564B5E2B47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BF92C05-B26F-E2C8-9095-2DB358D7774D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A898-449E-CA12-5704-B05034BA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ACE816-CE23-4345-3B3A-15A2B10E3E73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C5045-3712-AE5A-74A7-8B3826EDB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4110" r="15008" b="2477"/>
          <a:stretch>
            <a:fillRect/>
          </a:stretch>
        </p:blipFill>
        <p:spPr>
          <a:xfrm>
            <a:off x="491613" y="1089666"/>
            <a:ext cx="6066503" cy="4426232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4956D7-0B07-3408-41A1-E8EC60FA5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4495" r="17347" b="3092"/>
          <a:stretch>
            <a:fillRect/>
          </a:stretch>
        </p:blipFill>
        <p:spPr>
          <a:xfrm>
            <a:off x="491613" y="1089667"/>
            <a:ext cx="6066503" cy="4426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A379C8-6711-FA5A-37C9-F337BDCC3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t="5726" r="5909"/>
          <a:stretch>
            <a:fillRect/>
          </a:stretch>
        </p:blipFill>
        <p:spPr>
          <a:xfrm>
            <a:off x="491613" y="1089665"/>
            <a:ext cx="6066503" cy="4426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875C3B-3B89-2850-238C-0B78B02CE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" t="5339" r="16731"/>
          <a:stretch>
            <a:fillRect/>
          </a:stretch>
        </p:blipFill>
        <p:spPr>
          <a:xfrm>
            <a:off x="491613" y="1089664"/>
            <a:ext cx="6066503" cy="442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4B91F-21B3-C99C-F9CC-FEB78C7ED8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" t="8118" r="24132" b="4314"/>
          <a:stretch>
            <a:fillRect/>
          </a:stretch>
        </p:blipFill>
        <p:spPr>
          <a:xfrm>
            <a:off x="491613" y="1089664"/>
            <a:ext cx="6056674" cy="4426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191337-B464-2750-22D8-52D2B763FE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t="3727" r="14324"/>
          <a:stretch>
            <a:fillRect/>
          </a:stretch>
        </p:blipFill>
        <p:spPr>
          <a:xfrm>
            <a:off x="502831" y="1089664"/>
            <a:ext cx="6056674" cy="44262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11EF6F-AF38-8BC7-6773-4DBE2230B0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" t="5151" r="8590" b="3343"/>
          <a:stretch>
            <a:fillRect/>
          </a:stretch>
        </p:blipFill>
        <p:spPr>
          <a:xfrm>
            <a:off x="502831" y="1089664"/>
            <a:ext cx="6045456" cy="4426233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317252F4-3701-B2D7-D736-444020723ABB}"/>
              </a:ext>
            </a:extLst>
          </p:cNvPr>
          <p:cNvSpPr/>
          <p:nvPr/>
        </p:nvSpPr>
        <p:spPr>
          <a:xfrm>
            <a:off x="7128387" y="1392495"/>
            <a:ext cx="4572000" cy="457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A06132AD-3E17-6BA4-4614-19358A434230}"/>
              </a:ext>
            </a:extLst>
          </p:cNvPr>
          <p:cNvSpPr/>
          <p:nvPr/>
        </p:nvSpPr>
        <p:spPr>
          <a:xfrm>
            <a:off x="7128387" y="2148840"/>
            <a:ext cx="45720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shipment information for customer orders, including shipment date, delivery date, tracking number, and shipment status.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9EE1B67-6CCA-FC89-7A81-B17B2A4A274E}"/>
              </a:ext>
            </a:extLst>
          </p:cNvPr>
          <p:cNvSpPr/>
          <p:nvPr/>
        </p:nvSpPr>
        <p:spPr>
          <a:xfrm>
            <a:off x="7128387" y="3749041"/>
            <a:ext cx="4572000" cy="3200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2CA40CC-F7D9-889D-FBF0-27115AB3B56A}"/>
              </a:ext>
            </a:extLst>
          </p:cNvPr>
          <p:cNvSpPr/>
          <p:nvPr/>
        </p:nvSpPr>
        <p:spPr>
          <a:xfrm>
            <a:off x="7128387" y="4210172"/>
            <a:ext cx="4572000" cy="3657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DESC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84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9D95-591A-1FDA-C036-042B4BBB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BC2D01-FFB0-C4B2-4EF4-FD01269908E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TABLE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822802-BA54-78EB-BE3D-6E7CCC707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166541"/>
              </p:ext>
            </p:extLst>
          </p:nvPr>
        </p:nvGraphicFramePr>
        <p:xfrm>
          <a:off x="1730477" y="1530063"/>
          <a:ext cx="8731045" cy="43088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11006">
                  <a:extLst>
                    <a:ext uri="{9D8B030D-6E8A-4147-A177-3AD203B41FA5}">
                      <a16:colId xmlns:a16="http://schemas.microsoft.com/office/drawing/2014/main" val="3249142556"/>
                    </a:ext>
                  </a:extLst>
                </a:gridCol>
                <a:gridCol w="6620039">
                  <a:extLst>
                    <a:ext uri="{9D8B030D-6E8A-4147-A177-3AD203B41FA5}">
                      <a16:colId xmlns:a16="http://schemas.microsoft.com/office/drawing/2014/main" val="3879341459"/>
                    </a:ext>
                  </a:extLst>
                </a:gridCol>
              </a:tblGrid>
              <a:tr h="60205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sto MT" panose="02040603050505030304" pitchFamily="18" charset="0"/>
                        </a:rPr>
                        <a:t>INDEX</a:t>
                      </a:r>
                      <a:endParaRPr lang="en-IN" sz="24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sto MT" panose="02040603050505030304" pitchFamily="18" charset="0"/>
                        </a:rPr>
                        <a:t>CONTENTS TABLES</a:t>
                      </a:r>
                      <a:endParaRPr lang="en-IN" sz="2400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7220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1.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SUPPLIERS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135752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2.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WAREHOUSES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319821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3.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PRODUCTS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83466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4.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INVENTORY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4652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5.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CUSTOMERS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635558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6.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ORDERS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646768"/>
                  </a:ext>
                </a:extLst>
              </a:tr>
              <a:tr h="5295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sto MT" panose="02040603050505030304" pitchFamily="18" charset="0"/>
                        </a:rPr>
                        <a:t>7.</a:t>
                      </a:r>
                      <a:endParaRPr lang="en-IN" b="1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sto MT" panose="02040603050505030304" pitchFamily="18" charset="0"/>
                        </a:rPr>
                        <a:t>SHIPMENTS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94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0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7896-FD4C-7FCC-A809-E51A0F04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C070C1-7824-B5EC-A073-55CACE39578D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0CED59-63CC-FDFC-6307-1361CC57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F5AC220-66CD-671A-8C08-6F825BA11783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13AB850-5C13-BCDF-AC0C-08C0AB87D7DE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master list of suppliers who provide products to the company, including their contact details and location.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3FFE186-6E50-E18C-4AB9-21B226433612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74F8191-50F9-4D6A-AFD2-D727CFB0D3BA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9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A0B1-E4B7-7946-B386-C61E8139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B76E89-5C13-0525-762E-A3C5E6691BA7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37BB60-B6A4-3A3A-DD68-4E2645BA3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9841E8-D0B7-9368-B178-2F649DAE7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A9B9C690-A7F5-C03E-06D3-91A1012300DD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68214C8-0B87-12B0-FE7A-92EF4A38B70F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details of all warehouses where products are stored, managed, and dispatched to customers.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38D8EEA-C559-DBCB-A129-F095F36F0EF0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842BACA-070B-E1A7-827C-C2852CFCA021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BF34-2BDA-DE63-04D6-769D7EB3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FAD021-F10F-C250-6585-CCA145F5383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A74B7-BBBC-3C07-CE99-ED40867D9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5ACF2-1CA0-AC7A-EACE-51D0C9907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82BED5-9254-E7F4-6325-130AC4777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1990" r="11210" b="3334"/>
          <a:stretch>
            <a:fillRect/>
          </a:stretch>
        </p:blipFill>
        <p:spPr>
          <a:xfrm>
            <a:off x="363792" y="1152831"/>
            <a:ext cx="6872749" cy="4933335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9A22A27A-C9F6-01A8-4735-5F2A4C1F10F2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92AC654-A635-64C6-11FE-A4D88AB15840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master list of products available for sale, including their category, supplier, price, and stock-related information.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BDCD85-1A57-84A5-D025-FB2D3B483AC3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8EBC30-0CA3-C7CC-193E-C712149BB0E5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81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0873-CC68-4C6D-122D-BFB92647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4E3DF1-19C5-F6DD-48B7-835A4BE39B4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E1059E-21A1-D7AD-AB8A-0DE002FF1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8081A3-EAC4-9A2F-84FD-718987311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A55BD8-7610-48C4-7A31-55B933910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1990" r="11210" b="3334"/>
          <a:stretch>
            <a:fillRect/>
          </a:stretch>
        </p:blipFill>
        <p:spPr>
          <a:xfrm>
            <a:off x="363792" y="1152831"/>
            <a:ext cx="6872749" cy="4933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3FF9B-C4AD-0B65-4DEE-62584F19E2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3907" r="8184" b="2577"/>
          <a:stretch>
            <a:fillRect/>
          </a:stretch>
        </p:blipFill>
        <p:spPr>
          <a:xfrm>
            <a:off x="363792" y="1152830"/>
            <a:ext cx="6872749" cy="4933335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E3B1ED81-13C6-266E-842E-2E06BF58E757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057890-855D-8A5D-115E-F40C95940266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current stock levels of products in each warehouse, helping track product availability and inventory movement.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737411-A9E0-8A0A-10BD-A69B3177BB2C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40C6830-458D-F078-143A-1ABDDA996273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9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9726-6795-0FC5-A426-A538ED73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CF838D-741C-5D38-C16B-F5CCE75C3F17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9D41E8-E697-0BEA-1CD3-E1762408F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7559E2-0BE9-F5EE-7F5A-CB5495A3D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FAF554-B491-1465-97E7-E97030DB5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1990" r="11210" b="3334"/>
          <a:stretch>
            <a:fillRect/>
          </a:stretch>
        </p:blipFill>
        <p:spPr>
          <a:xfrm>
            <a:off x="363792" y="1152831"/>
            <a:ext cx="6872749" cy="4933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C454B-790F-0B3D-0E93-C38BE054FA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3907" r="8184" b="2577"/>
          <a:stretch>
            <a:fillRect/>
          </a:stretch>
        </p:blipFill>
        <p:spPr>
          <a:xfrm>
            <a:off x="363792" y="1152830"/>
            <a:ext cx="6872749" cy="4933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FBBD3-9D0C-7269-CC9A-5663522BD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2897" r="6273" b="3759"/>
          <a:stretch>
            <a:fillRect/>
          </a:stretch>
        </p:blipFill>
        <p:spPr>
          <a:xfrm>
            <a:off x="363790" y="1152829"/>
            <a:ext cx="6872749" cy="4933335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1D8B3CD3-C28E-55F9-1E7D-0D1DD51AB886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8C98789-9EDD-9E25-1B7D-FDB4934CF4F8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the master list of customers, including their personal details, contact information, and delivery address.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1E7EB63-AC58-0303-9687-0ACFB2AF51D1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C0DC286-0F7D-12B4-37F5-9E3E4E630D30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25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59F7-E7DA-7C3E-FC77-E3E43FF0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0820D3-F6D0-E8E3-3778-C2DBBC8DF2D1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9183A-2AEB-0498-7B15-4A1EBD84C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1A5B57-55C2-7621-5637-53AC74496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11C159-AD2E-F115-073A-8283675CA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1990" r="11210" b="3334"/>
          <a:stretch>
            <a:fillRect/>
          </a:stretch>
        </p:blipFill>
        <p:spPr>
          <a:xfrm>
            <a:off x="363792" y="1152831"/>
            <a:ext cx="6872749" cy="4933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9515F-D83D-AF72-7C65-2512CA8F2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3907" r="8184" b="2577"/>
          <a:stretch>
            <a:fillRect/>
          </a:stretch>
        </p:blipFill>
        <p:spPr>
          <a:xfrm>
            <a:off x="363792" y="1152830"/>
            <a:ext cx="6872749" cy="4933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7DE9B-3DB3-743A-D7A1-6E2F154A2F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2897" r="6273" b="3759"/>
          <a:stretch>
            <a:fillRect/>
          </a:stretch>
        </p:blipFill>
        <p:spPr>
          <a:xfrm>
            <a:off x="363790" y="1152829"/>
            <a:ext cx="6872749" cy="4933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3176B-F273-D7DF-86EE-0FCB150D4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" t="227" r="13725" b="2246"/>
          <a:stretch>
            <a:fillRect/>
          </a:stretch>
        </p:blipFill>
        <p:spPr>
          <a:xfrm>
            <a:off x="363787" y="1152827"/>
            <a:ext cx="6872749" cy="4933335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CBF83FCC-7A9C-9BC2-3933-0B5C56C98045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BDF7495-9F52-2255-AF97-DF7AAC306A3F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customer order transactions, including order details, ordered products, warehouse, order date, and order status.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0F94405-C32B-9F45-791D-02E66DC391E2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E11BEB4-D54B-4DB9-56F6-331DF53407D5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471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FE31-A642-494D-A4A5-1C59AF64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B7BCDC-EE64-7FCF-2500-9684DAAE8087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CONTENTS OF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9CD294-3E4D-7454-19BA-BD46DD181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t="5760" r="5645" b="4657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232FDC-7644-DB21-9C5F-E51666709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" t="4160" r="3704" b="4502"/>
          <a:stretch>
            <a:fillRect/>
          </a:stretch>
        </p:blipFill>
        <p:spPr>
          <a:xfrm>
            <a:off x="363793" y="1152831"/>
            <a:ext cx="6872749" cy="4933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111751-A8FE-B346-3211-3301414E5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1990" r="11210" b="3334"/>
          <a:stretch>
            <a:fillRect/>
          </a:stretch>
        </p:blipFill>
        <p:spPr>
          <a:xfrm>
            <a:off x="363792" y="1152831"/>
            <a:ext cx="6872749" cy="4933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D0EE0-AD7B-7A62-37F4-29CAE428B1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" t="3907" r="8184" b="2577"/>
          <a:stretch>
            <a:fillRect/>
          </a:stretch>
        </p:blipFill>
        <p:spPr>
          <a:xfrm>
            <a:off x="363792" y="1152830"/>
            <a:ext cx="6872749" cy="4933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56BDC-2CFF-2053-C648-2C097F7AB3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2897" r="6273" b="3759"/>
          <a:stretch>
            <a:fillRect/>
          </a:stretch>
        </p:blipFill>
        <p:spPr>
          <a:xfrm>
            <a:off x="363790" y="1152829"/>
            <a:ext cx="6872749" cy="4933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149631-6A64-28C7-717B-14DEFAD07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" t="227" r="13725" b="2246"/>
          <a:stretch>
            <a:fillRect/>
          </a:stretch>
        </p:blipFill>
        <p:spPr>
          <a:xfrm>
            <a:off x="363787" y="1152827"/>
            <a:ext cx="6872749" cy="4933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5B196-ADA2-DA1F-2E82-DA42EA828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8" t="2556" r="6188" b="4126"/>
          <a:stretch>
            <a:fillRect/>
          </a:stretch>
        </p:blipFill>
        <p:spPr>
          <a:xfrm>
            <a:off x="363787" y="1152822"/>
            <a:ext cx="6872749" cy="493333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924F778-2C7E-84A3-FA04-40BD069EEE9E}"/>
              </a:ext>
            </a:extLst>
          </p:cNvPr>
          <p:cNvSpPr/>
          <p:nvPr/>
        </p:nvSpPr>
        <p:spPr>
          <a:xfrm>
            <a:off x="7541829" y="1410799"/>
            <a:ext cx="4502683" cy="4329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TABLE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8AA4006-D51B-DF14-7C7D-4D65A710D77C}"/>
              </a:ext>
            </a:extLst>
          </p:cNvPr>
          <p:cNvSpPr/>
          <p:nvPr/>
        </p:nvSpPr>
        <p:spPr>
          <a:xfrm>
            <a:off x="7541830" y="2069915"/>
            <a:ext cx="4502683" cy="12123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table stores shipment records for customer orders, including shipment status, tracking number, shipment date, and delivery date.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BB893E7-47CA-8A62-DFB3-3F53626616CA}"/>
              </a:ext>
            </a:extLst>
          </p:cNvPr>
          <p:cNvSpPr/>
          <p:nvPr/>
        </p:nvSpPr>
        <p:spPr>
          <a:xfrm>
            <a:off x="7541830" y="3654608"/>
            <a:ext cx="4502683" cy="3030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B3C79DF-D2CB-C1B7-FE83-883AF1F4C6F0}"/>
              </a:ext>
            </a:extLst>
          </p:cNvPr>
          <p:cNvSpPr/>
          <p:nvPr/>
        </p:nvSpPr>
        <p:spPr>
          <a:xfrm>
            <a:off x="7541831" y="4098769"/>
            <a:ext cx="4502683" cy="3463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92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F7AF-800D-DE7F-1624-B3D6722D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2E0C73-5634-59D6-6622-EAD01EE87C25}"/>
              </a:ext>
            </a:extLst>
          </p:cNvPr>
          <p:cNvSpPr/>
          <p:nvPr/>
        </p:nvSpPr>
        <p:spPr>
          <a:xfrm>
            <a:off x="-211394" y="2379407"/>
            <a:ext cx="12614788" cy="1514169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 QUERIES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304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5623-BD98-447A-9AB5-4E890637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88180-5BE7-B6E6-DEFD-F9050B5F2EE0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SUBQUERY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E9E012-7A77-0D82-D59D-700D7BA59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5068" r="41412" b="36635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  <a:ln w="5715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C937646-F5D5-30EC-F09C-EB07EBC80F8C}"/>
              </a:ext>
            </a:extLst>
          </p:cNvPr>
          <p:cNvSpPr/>
          <p:nvPr/>
        </p:nvSpPr>
        <p:spPr>
          <a:xfrm>
            <a:off x="6538943" y="1493707"/>
            <a:ext cx="4572000" cy="88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MOST EXPENSIVE PRODUCT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870FA5A-3D76-F111-4487-FAF07D3C6383}"/>
              </a:ext>
            </a:extLst>
          </p:cNvPr>
          <p:cNvSpPr/>
          <p:nvPr/>
        </p:nvSpPr>
        <p:spPr>
          <a:xfrm>
            <a:off x="6538943" y="2566787"/>
            <a:ext cx="4572000" cy="392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380C6CEB-71A5-ECA5-938B-9D63A76D5BCB}"/>
              </a:ext>
            </a:extLst>
          </p:cNvPr>
          <p:cNvSpPr/>
          <p:nvPr/>
        </p:nvSpPr>
        <p:spPr>
          <a:xfrm>
            <a:off x="6538943" y="3160275"/>
            <a:ext cx="4572001" cy="197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product_name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Products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(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SELECT MAX(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FROM Products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790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E3D8-90C9-75BC-300B-43AB7961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6617B0-D6FE-FDDD-9AF0-F8BE89AABBCB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SUBQUERY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C995FE-F182-1057-6F50-711FC087E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5068" r="41412" b="36635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  <a:ln w="5715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C7B27C-6486-67D6-11F4-768D6361D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8794" r="42042" b="21231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0C8CFD52-ACA2-BE0C-BC7E-D974AD21A6F1}"/>
              </a:ext>
            </a:extLst>
          </p:cNvPr>
          <p:cNvSpPr/>
          <p:nvPr/>
        </p:nvSpPr>
        <p:spPr>
          <a:xfrm>
            <a:off x="6538943" y="1493707"/>
            <a:ext cx="4572000" cy="9808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PRODUCTS PRICED ABOVE THE AVERAGE UNIT PRICE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3E34D8A-F8F3-2D2E-67F6-C17C56812193}"/>
              </a:ext>
            </a:extLst>
          </p:cNvPr>
          <p:cNvSpPr/>
          <p:nvPr/>
        </p:nvSpPr>
        <p:spPr>
          <a:xfrm>
            <a:off x="6538943" y="2566787"/>
            <a:ext cx="4572000" cy="434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9EC7C2D-284D-9AD1-00EE-7323090E4E4F}"/>
              </a:ext>
            </a:extLst>
          </p:cNvPr>
          <p:cNvSpPr/>
          <p:nvPr/>
        </p:nvSpPr>
        <p:spPr>
          <a:xfrm>
            <a:off x="6538944" y="3160276"/>
            <a:ext cx="4572000" cy="194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product_name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Products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&gt; (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SELECT AVG(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unit_price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FROM Products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20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FC48-4AE7-5107-C2D7-A59B3EE5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D4C437-DDA6-155B-1681-0294BB3D48BC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SUBQUERY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3C7D72-CD88-1A55-C947-CC7BFC3FA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5068" r="41412" b="36635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  <a:ln w="5715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C4D466-EEBE-DFC4-01CB-4560BEC91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8794" r="42042" b="21231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76618-3CF2-BDDC-47D2-2D797D762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3" r="44290" b="29782"/>
          <a:stretch>
            <a:fillRect/>
          </a:stretch>
        </p:blipFill>
        <p:spPr>
          <a:xfrm>
            <a:off x="382965" y="1189703"/>
            <a:ext cx="4898871" cy="3274144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3AD1F544-3739-76BB-CC50-5E2C1513CB9A}"/>
              </a:ext>
            </a:extLst>
          </p:cNvPr>
          <p:cNvSpPr/>
          <p:nvPr/>
        </p:nvSpPr>
        <p:spPr>
          <a:xfrm>
            <a:off x="6538943" y="1493707"/>
            <a:ext cx="4572000" cy="983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CUSTOMERS WHO HAVE PLACED MORE THAN ONE ORDER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D650B0D-1281-9FA0-46C8-A7E621069E14}"/>
              </a:ext>
            </a:extLst>
          </p:cNvPr>
          <p:cNvSpPr/>
          <p:nvPr/>
        </p:nvSpPr>
        <p:spPr>
          <a:xfrm>
            <a:off x="6538943" y="2566786"/>
            <a:ext cx="4572000" cy="4361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DD38946-4B9C-9CF1-15E4-99872C045D0B}"/>
              </a:ext>
            </a:extLst>
          </p:cNvPr>
          <p:cNvSpPr/>
          <p:nvPr/>
        </p:nvSpPr>
        <p:spPr>
          <a:xfrm>
            <a:off x="6538944" y="3160275"/>
            <a:ext cx="4572000" cy="258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customer_name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Customers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IN (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customer_id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FROM Orders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GROUP BY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customer_id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HAVING COUNT(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 &gt; 1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681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DD7E-026B-54A5-6D9C-7D26C7F6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ADB3CD-1C87-9D30-7E45-B108F58C918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SUBQUERY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7A9952-6B3F-24AF-4011-2FCA40308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5068" r="41412" b="36635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  <a:ln w="5715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BA448-6C0C-A04E-10DB-9BBADF202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8794" r="42042" b="21231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A814D-1DED-BB90-5379-2CC4FF976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3" r="44290" b="29782"/>
          <a:stretch>
            <a:fillRect/>
          </a:stretch>
        </p:blipFill>
        <p:spPr>
          <a:xfrm>
            <a:off x="382965" y="1189703"/>
            <a:ext cx="4898871" cy="3274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4667A3-5BCC-EBB2-975A-413324A31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2" r="38674" b="17829"/>
          <a:stretch>
            <a:fillRect/>
          </a:stretch>
        </p:blipFill>
        <p:spPr>
          <a:xfrm>
            <a:off x="382965" y="1189701"/>
            <a:ext cx="4898871" cy="3274143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2CBDD80F-D4AF-8498-70E3-001B75D2946C}"/>
              </a:ext>
            </a:extLst>
          </p:cNvPr>
          <p:cNvSpPr/>
          <p:nvPr/>
        </p:nvSpPr>
        <p:spPr>
          <a:xfrm>
            <a:off x="6538943" y="1493707"/>
            <a:ext cx="4572000" cy="958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WAREHOUSES HAVING INVENTORY QUANTITY ABOVE THE AVERAGE STOCK LEVEL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22971C6-C0C8-699A-0C2C-36110269571F}"/>
              </a:ext>
            </a:extLst>
          </p:cNvPr>
          <p:cNvSpPr/>
          <p:nvPr/>
        </p:nvSpPr>
        <p:spPr>
          <a:xfrm>
            <a:off x="6538943" y="2566786"/>
            <a:ext cx="4572000" cy="425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A362D61-F953-BFC2-F03B-1E4DD55FCA70}"/>
              </a:ext>
            </a:extLst>
          </p:cNvPr>
          <p:cNvSpPr/>
          <p:nvPr/>
        </p:nvSpPr>
        <p:spPr>
          <a:xfrm>
            <a:off x="6538944" y="3160276"/>
            <a:ext cx="4572000" cy="1952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warehouse_id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quantity_in_stock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Inventory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quantity_in_stock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&gt; (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SELECT AVG(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quantity_in_stock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FROM Inventory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239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EE83-065D-9984-D3D8-460A47544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85F152-9A24-8791-6352-34A9B2E4EC23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SUBQUERY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F96FC7-EE30-F2A9-492F-F72D8C63B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t="15068" r="41412" b="36635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  <a:ln w="57150" cap="sq">
            <a:solidFill>
              <a:srgbClr val="92D05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659073-FBC8-0912-317B-1F5E708A5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6" t="8794" r="42042" b="21231"/>
          <a:stretch>
            <a:fillRect/>
          </a:stretch>
        </p:blipFill>
        <p:spPr>
          <a:xfrm>
            <a:off x="382965" y="1189702"/>
            <a:ext cx="4898871" cy="327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1F01F0-9559-DFED-9A64-5C76AA6442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3" r="44290" b="29782"/>
          <a:stretch>
            <a:fillRect/>
          </a:stretch>
        </p:blipFill>
        <p:spPr>
          <a:xfrm>
            <a:off x="382965" y="1189703"/>
            <a:ext cx="4898871" cy="3274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F28CA-95CD-8579-7281-685E1D2E52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2" r="38674" b="17829"/>
          <a:stretch>
            <a:fillRect/>
          </a:stretch>
        </p:blipFill>
        <p:spPr>
          <a:xfrm>
            <a:off x="382965" y="1189701"/>
            <a:ext cx="4898871" cy="3274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2BF4A7-A825-1EDF-D2D6-67B1D4258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9" r="40660" b="39417"/>
          <a:stretch>
            <a:fillRect/>
          </a:stretch>
        </p:blipFill>
        <p:spPr>
          <a:xfrm>
            <a:off x="382965" y="1189699"/>
            <a:ext cx="4898871" cy="3274143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B8AAF176-6C1A-270E-656A-8668643CC612}"/>
              </a:ext>
            </a:extLst>
          </p:cNvPr>
          <p:cNvSpPr/>
          <p:nvPr/>
        </p:nvSpPr>
        <p:spPr>
          <a:xfrm>
            <a:off x="6538943" y="1493707"/>
            <a:ext cx="4572000" cy="88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PLACED ON THE LATEST ORDER DATE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AD9C9EA4-5B7C-1262-4345-971E7B12EF64}"/>
              </a:ext>
            </a:extLst>
          </p:cNvPr>
          <p:cNvSpPr/>
          <p:nvPr/>
        </p:nvSpPr>
        <p:spPr>
          <a:xfrm>
            <a:off x="6538943" y="2566787"/>
            <a:ext cx="4572000" cy="392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19038AC-F360-5DF6-4BD5-61277DF0E519}"/>
              </a:ext>
            </a:extLst>
          </p:cNvPr>
          <p:cNvSpPr/>
          <p:nvPr/>
        </p:nvSpPr>
        <p:spPr>
          <a:xfrm>
            <a:off x="6538944" y="3160275"/>
            <a:ext cx="4572000" cy="1923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order_date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Orders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order_date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(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SELECT MAX(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order_date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FROM Orders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67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CED1-2313-52C5-36A9-D7129BAA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BA0EFF-6AED-5A4C-3B23-F4A7BDCA0258}"/>
              </a:ext>
            </a:extLst>
          </p:cNvPr>
          <p:cNvSpPr/>
          <p:nvPr/>
        </p:nvSpPr>
        <p:spPr>
          <a:xfrm>
            <a:off x="-211394" y="2379407"/>
            <a:ext cx="12614788" cy="151416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24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5CAB-BB0D-D392-2216-454264CD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370A34-378D-5AF2-1763-F0295D57B18C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EF051-9839-3971-0548-5F407E474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4102" r="4937" b="1174"/>
          <a:stretch>
            <a:fillRect/>
          </a:stretch>
        </p:blipFill>
        <p:spPr>
          <a:xfrm>
            <a:off x="668594" y="1209369"/>
            <a:ext cx="5014451" cy="4640825"/>
          </a:xfrm>
          <a:prstGeom prst="rect">
            <a:avLst/>
          </a:prstGeom>
          <a:ln w="5715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47F2694E-F48C-3B78-D3A9-638373F05469}"/>
              </a:ext>
            </a:extLst>
          </p:cNvPr>
          <p:cNvSpPr/>
          <p:nvPr/>
        </p:nvSpPr>
        <p:spPr>
          <a:xfrm>
            <a:off x="6814246" y="1555464"/>
            <a:ext cx="4572000" cy="6606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 WITH ORDER INFORMATION [INNER JOIN]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DFD59A9-91BA-FA2C-6BB8-168A884761AC}"/>
              </a:ext>
            </a:extLst>
          </p:cNvPr>
          <p:cNvSpPr/>
          <p:nvPr/>
        </p:nvSpPr>
        <p:spPr>
          <a:xfrm>
            <a:off x="6814246" y="2469864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F5AD72B-E868-5F3D-77C0-D8C37430299F}"/>
              </a:ext>
            </a:extLst>
          </p:cNvPr>
          <p:cNvSpPr/>
          <p:nvPr/>
        </p:nvSpPr>
        <p:spPr>
          <a:xfrm>
            <a:off x="6814246" y="2910642"/>
            <a:ext cx="4572000" cy="2188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o.order_date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Customers c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Orders o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3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BC03-44BB-114C-1D5D-AFA0AE4B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8DD22B-9AB9-680E-8ED4-06E1EAC6621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F07B8-F213-1FF1-BEF0-4010D6BBB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4102" r="4937" b="1174"/>
          <a:stretch>
            <a:fillRect/>
          </a:stretch>
        </p:blipFill>
        <p:spPr>
          <a:xfrm>
            <a:off x="668594" y="1209369"/>
            <a:ext cx="5014451" cy="4640825"/>
          </a:xfrm>
          <a:prstGeom prst="rect">
            <a:avLst/>
          </a:prstGeom>
          <a:ln w="5715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648D1D-F169-D0C6-8857-1D8307A29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3952" b="1608"/>
          <a:stretch>
            <a:fillRect/>
          </a:stretch>
        </p:blipFill>
        <p:spPr>
          <a:xfrm>
            <a:off x="668594" y="1209369"/>
            <a:ext cx="5014450" cy="4640824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286F83A1-C530-9993-13A8-A5EE1C177DEA}"/>
              </a:ext>
            </a:extLst>
          </p:cNvPr>
          <p:cNvSpPr/>
          <p:nvPr/>
        </p:nvSpPr>
        <p:spPr>
          <a:xfrm>
            <a:off x="6814246" y="1555464"/>
            <a:ext cx="4572000" cy="6606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CUSTOMERS WITH THEIR ORDERS [LEFT JOIN]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67AD3D7-5D8E-44F3-B89E-6AFB9DD79FEC}"/>
              </a:ext>
            </a:extLst>
          </p:cNvPr>
          <p:cNvSpPr/>
          <p:nvPr/>
        </p:nvSpPr>
        <p:spPr>
          <a:xfrm>
            <a:off x="6814246" y="2469864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710C7D-0BFB-4C23-3EE2-4DFDADC55CFE}"/>
              </a:ext>
            </a:extLst>
          </p:cNvPr>
          <p:cNvSpPr/>
          <p:nvPr/>
        </p:nvSpPr>
        <p:spPr>
          <a:xfrm>
            <a:off x="6814246" y="2910642"/>
            <a:ext cx="4572000" cy="2188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o.order_id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Customers c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LEFT JOIN Orders o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23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DDB7E21-1F4C-A49A-6425-BCA5AB52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F75A46-27CB-0DA0-5B03-43115AB851D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83D231-8D93-1609-A200-094A88B97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4102" r="4937" b="1174"/>
          <a:stretch>
            <a:fillRect/>
          </a:stretch>
        </p:blipFill>
        <p:spPr>
          <a:xfrm>
            <a:off x="668594" y="1209369"/>
            <a:ext cx="5014451" cy="464082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3ED723-D345-562D-AF13-80EDF0F82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3952" b="1608"/>
          <a:stretch>
            <a:fillRect/>
          </a:stretch>
        </p:blipFill>
        <p:spPr>
          <a:xfrm>
            <a:off x="668594" y="1209369"/>
            <a:ext cx="5014450" cy="4640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EE3B0C-048D-AA29-88F8-E2173D30B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" t="3493" b="1741"/>
          <a:stretch>
            <a:fillRect/>
          </a:stretch>
        </p:blipFill>
        <p:spPr>
          <a:xfrm>
            <a:off x="668593" y="1209368"/>
            <a:ext cx="5014450" cy="4640824"/>
          </a:xfrm>
          <a:prstGeom prst="rect">
            <a:avLst/>
          </a:prstGeom>
          <a:ln w="5715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99CB59D9-3548-A0B8-B863-C8A1604B15A5}"/>
              </a:ext>
            </a:extLst>
          </p:cNvPr>
          <p:cNvSpPr/>
          <p:nvPr/>
        </p:nvSpPr>
        <p:spPr>
          <a:xfrm>
            <a:off x="6814246" y="1555464"/>
            <a:ext cx="4572000" cy="6606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WITH SHIPMENT STATUS [INNER JOIN]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CA0E33-A89A-DACA-EF07-74B709233650}"/>
              </a:ext>
            </a:extLst>
          </p:cNvPr>
          <p:cNvSpPr/>
          <p:nvPr/>
        </p:nvSpPr>
        <p:spPr>
          <a:xfrm>
            <a:off x="6814246" y="2469864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CC777C2-1B40-EFEF-5896-006904E6BBC9}"/>
              </a:ext>
            </a:extLst>
          </p:cNvPr>
          <p:cNvSpPr/>
          <p:nvPr/>
        </p:nvSpPr>
        <p:spPr>
          <a:xfrm>
            <a:off x="6814246" y="2910642"/>
            <a:ext cx="4572000" cy="2188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w.warehouse_name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s.shipment_status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Warehouses w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Shipments 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w.warehouse_id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s.warehouse_id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2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B476-1D0E-A555-F422-2E7B71B7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0707BF-0C0A-F0E1-640F-C8A578B5F0A8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A1037-A637-A072-1C52-7ABDBEC6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4102" r="4937" b="1174"/>
          <a:stretch>
            <a:fillRect/>
          </a:stretch>
        </p:blipFill>
        <p:spPr>
          <a:xfrm>
            <a:off x="668594" y="1209369"/>
            <a:ext cx="5014451" cy="4640825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BB49B6-864A-369B-EDA0-CA1124CE4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3952" b="1608"/>
          <a:stretch>
            <a:fillRect/>
          </a:stretch>
        </p:blipFill>
        <p:spPr>
          <a:xfrm>
            <a:off x="668594" y="1209369"/>
            <a:ext cx="5014450" cy="4640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453A13-C251-2A69-5E3A-3527EA844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" t="3493" b="1741"/>
          <a:stretch>
            <a:fillRect/>
          </a:stretch>
        </p:blipFill>
        <p:spPr>
          <a:xfrm>
            <a:off x="668593" y="1209368"/>
            <a:ext cx="5014450" cy="464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B825F3-485C-ADA9-6E95-BAB498F129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4" b="1747"/>
          <a:stretch>
            <a:fillRect/>
          </a:stretch>
        </p:blipFill>
        <p:spPr>
          <a:xfrm>
            <a:off x="668591" y="1209365"/>
            <a:ext cx="5014450" cy="4640823"/>
          </a:xfrm>
          <a:prstGeom prst="rect">
            <a:avLst/>
          </a:prstGeom>
          <a:ln w="5715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8A24D930-B290-9470-8F2C-6CB95998084D}"/>
              </a:ext>
            </a:extLst>
          </p:cNvPr>
          <p:cNvSpPr/>
          <p:nvPr/>
        </p:nvSpPr>
        <p:spPr>
          <a:xfrm>
            <a:off x="6814246" y="1555464"/>
            <a:ext cx="4572000" cy="6606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INVENTORY DETAILS [INNER JOIN]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5DCF26C-1180-C1BA-E2EE-5FFF4B49249F}"/>
              </a:ext>
            </a:extLst>
          </p:cNvPr>
          <p:cNvSpPr/>
          <p:nvPr/>
        </p:nvSpPr>
        <p:spPr>
          <a:xfrm>
            <a:off x="6814246" y="2469864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646A9F6-866B-30E6-7ABC-517371E3ABC3}"/>
              </a:ext>
            </a:extLst>
          </p:cNvPr>
          <p:cNvSpPr/>
          <p:nvPr/>
        </p:nvSpPr>
        <p:spPr>
          <a:xfrm>
            <a:off x="6814246" y="2910642"/>
            <a:ext cx="4572000" cy="2188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p.product_name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i.quantity_in_stock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Products p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Inventory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p.product_id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i.product_id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30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23EB-CA21-5634-4434-16081C08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000033-97D9-B189-9BB7-3C7C94265522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D4641-C1F8-89E7-D87D-D60756795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4102" r="4937" b="1174"/>
          <a:stretch>
            <a:fillRect/>
          </a:stretch>
        </p:blipFill>
        <p:spPr>
          <a:xfrm>
            <a:off x="668594" y="1209369"/>
            <a:ext cx="5014451" cy="4640825"/>
          </a:xfrm>
          <a:prstGeom prst="rect">
            <a:avLst/>
          </a:prstGeom>
          <a:ln w="5715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253EBA-E0A1-0D52-CB33-D60EFDE8C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t="3952" b="1608"/>
          <a:stretch>
            <a:fillRect/>
          </a:stretch>
        </p:blipFill>
        <p:spPr>
          <a:xfrm>
            <a:off x="668594" y="1209369"/>
            <a:ext cx="5014450" cy="4640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0B6D0-7C22-671B-64FB-9C771C726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" t="3493" b="1741"/>
          <a:stretch>
            <a:fillRect/>
          </a:stretch>
        </p:blipFill>
        <p:spPr>
          <a:xfrm>
            <a:off x="668593" y="1209368"/>
            <a:ext cx="5014450" cy="464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A71775-9305-4C8F-5D12-93BD7A53F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4" b="1747"/>
          <a:stretch>
            <a:fillRect/>
          </a:stretch>
        </p:blipFill>
        <p:spPr>
          <a:xfrm>
            <a:off x="668591" y="1209365"/>
            <a:ext cx="5014450" cy="4640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5E21F-1CD0-643B-7AAD-055BF82AE1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t="2737" r="8405" b="1185"/>
          <a:stretch>
            <a:fillRect/>
          </a:stretch>
        </p:blipFill>
        <p:spPr>
          <a:xfrm>
            <a:off x="668588" y="1209358"/>
            <a:ext cx="5014454" cy="4640823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11A0912A-C251-3B36-581F-846998554CA0}"/>
              </a:ext>
            </a:extLst>
          </p:cNvPr>
          <p:cNvSpPr/>
          <p:nvPr/>
        </p:nvSpPr>
        <p:spPr>
          <a:xfrm>
            <a:off x="6814246" y="1555463"/>
            <a:ext cx="4572000" cy="90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WAREHOUSE &amp; SHIPMENT TRACKING DETAILS [INNER JOIN]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407A99E-4B9F-4AD3-FC00-908737EC2DD7}"/>
              </a:ext>
            </a:extLst>
          </p:cNvPr>
          <p:cNvSpPr/>
          <p:nvPr/>
        </p:nvSpPr>
        <p:spPr>
          <a:xfrm>
            <a:off x="6814246" y="2684206"/>
            <a:ext cx="4572000" cy="353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6E259B1-41EA-444B-9335-EA8A4A1037CF}"/>
              </a:ext>
            </a:extLst>
          </p:cNvPr>
          <p:cNvSpPr/>
          <p:nvPr/>
        </p:nvSpPr>
        <p:spPr>
          <a:xfrm>
            <a:off x="6814246" y="3155865"/>
            <a:ext cx="4572000" cy="3195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w.warehouse_name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s.tracking_number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Customers c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Orders o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o.customer_id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Warehouses w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o.warehouse_id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w.warehouse_id</a:t>
            </a:r>
            <a:endParaRPr lang="en-US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INNER JOIN Shipments s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s.order_id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89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75CC-99CE-7C31-6835-E8141E37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40D69B-7316-1C56-F278-D07DCF96B142}"/>
              </a:ext>
            </a:extLst>
          </p:cNvPr>
          <p:cNvSpPr/>
          <p:nvPr/>
        </p:nvSpPr>
        <p:spPr>
          <a:xfrm>
            <a:off x="-211394" y="2379407"/>
            <a:ext cx="12614788" cy="151416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168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82F3-D67B-96EA-0014-34BDC07A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172EAC-C1D9-7355-689D-00C98E23C9FD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F97E4-5107-1345-FC71-184E6D2F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7" r="7478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  <a:ln w="5715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440FD412-69F9-1B89-D67E-B29E81E08F60}"/>
              </a:ext>
            </a:extLst>
          </p:cNvPr>
          <p:cNvSpPr/>
          <p:nvPr/>
        </p:nvSpPr>
        <p:spPr>
          <a:xfrm>
            <a:off x="6745960" y="1732336"/>
            <a:ext cx="4572000" cy="427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CUSTOMER ORDER SUMMARY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2F8F878-8566-1E4A-0E8F-A1C1B5E2B39C}"/>
              </a:ext>
            </a:extLst>
          </p:cNvPr>
          <p:cNvSpPr/>
          <p:nvPr/>
        </p:nvSpPr>
        <p:spPr>
          <a:xfrm>
            <a:off x="6745960" y="2646736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70A4E89-65BF-B42D-2DB7-A8FD51E2ADF8}"/>
              </a:ext>
            </a:extLst>
          </p:cNvPr>
          <p:cNvSpPr/>
          <p:nvPr/>
        </p:nvSpPr>
        <p:spPr>
          <a:xfrm>
            <a:off x="6745960" y="3059522"/>
            <a:ext cx="4572000" cy="22695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CREATE VIEW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vw_customer_order_summaryy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AS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c.customer_name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o.order_id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o.order_date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o.order_status</a:t>
            </a:r>
            <a:endParaRPr lang="en-US" sz="1600" dirty="0"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Customers c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JOIN Orders o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c.customer_id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o.customer_id</a:t>
            </a:r>
            <a:r>
              <a:rPr lang="en-US" sz="1600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66750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E593-46E5-0BB7-7B02-CDD5574B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619FB9-F9A9-D32A-B43D-F1EE7E9F0DC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735452-35A3-6A58-733F-396067E82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7" r="7478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  <a:ln w="5715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5D7F11-906C-F9B7-D412-CF4B742EE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" t="4883" r="2467" b="1307"/>
          <a:stretch>
            <a:fillRect/>
          </a:stretch>
        </p:blipFill>
        <p:spPr>
          <a:xfrm>
            <a:off x="466246" y="1174956"/>
            <a:ext cx="5383948" cy="477355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C32BA7D4-3F6D-B60D-B5F5-2AC2C58B2FB0}"/>
              </a:ext>
            </a:extLst>
          </p:cNvPr>
          <p:cNvSpPr/>
          <p:nvPr/>
        </p:nvSpPr>
        <p:spPr>
          <a:xfrm>
            <a:off x="6745960" y="1732336"/>
            <a:ext cx="4572000" cy="427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SHIPMENT TRACKING DASHBOARD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CCF4F3C-0D89-C99B-13EA-9F2BF56D1742}"/>
              </a:ext>
            </a:extLst>
          </p:cNvPr>
          <p:cNvSpPr/>
          <p:nvPr/>
        </p:nvSpPr>
        <p:spPr>
          <a:xfrm>
            <a:off x="6745960" y="2646736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9D19CE-7B69-53E2-134F-DAE0487A8B22}"/>
              </a:ext>
            </a:extLst>
          </p:cNvPr>
          <p:cNvSpPr/>
          <p:nvPr/>
        </p:nvSpPr>
        <p:spPr>
          <a:xfrm>
            <a:off x="6745960" y="3059522"/>
            <a:ext cx="4572000" cy="3351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vw_shipment_trackingg_dashboard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SELECT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s.shipment_status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s.tracking_number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DATEDIFF(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s.delivery_date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s.shipment_date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Orders o JOIN Customers c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Warehouses w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Shipments s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60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346C8-068E-A9A6-7E8A-E342FC66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2B9828-3EFA-C97E-E65C-C7AC25944C5A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7E54E-F7EF-2A6A-7517-21CD9FA14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7" r="7478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25C6F6-4B3C-C0EC-08C2-463EFCA88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" t="4883" r="2467" b="1307"/>
          <a:stretch>
            <a:fillRect/>
          </a:stretch>
        </p:blipFill>
        <p:spPr>
          <a:xfrm>
            <a:off x="466246" y="1174956"/>
            <a:ext cx="5383948" cy="4773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3E36BD-6ABF-2822-34C9-9F2EB9FE9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t="2368" r="7286" b="1301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  <a:ln w="5715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C34DA78-4276-D9D1-9959-528E7ADAD6A4}"/>
              </a:ext>
            </a:extLst>
          </p:cNvPr>
          <p:cNvSpPr/>
          <p:nvPr/>
        </p:nvSpPr>
        <p:spPr>
          <a:xfrm>
            <a:off x="6745960" y="1732336"/>
            <a:ext cx="4572000" cy="427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WAREHOUSE INVENTORY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3273B8-F287-F340-CE16-76F67B764CF5}"/>
              </a:ext>
            </a:extLst>
          </p:cNvPr>
          <p:cNvSpPr/>
          <p:nvPr/>
        </p:nvSpPr>
        <p:spPr>
          <a:xfrm>
            <a:off x="6745960" y="2646736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3F86180-5E87-1E09-51B1-507CCF9AD05D}"/>
              </a:ext>
            </a:extLst>
          </p:cNvPr>
          <p:cNvSpPr/>
          <p:nvPr/>
        </p:nvSpPr>
        <p:spPr>
          <a:xfrm>
            <a:off x="6745960" y="3059522"/>
            <a:ext cx="4572000" cy="2476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vw_warehouse_inventory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i.quantity_in_stock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Warehouses w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Inventory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Products p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533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5EA1-8FB0-472A-C27B-B93CD4FF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402CC5-29BF-0B72-4507-91570B5DB230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836BA-94F1-8199-6947-9D7D090E5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7" r="7478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  <a:ln w="571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71FEA1-E51F-0E4A-5C27-BC7B531D3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" t="4883" r="2467" b="1307"/>
          <a:stretch>
            <a:fillRect/>
          </a:stretch>
        </p:blipFill>
        <p:spPr>
          <a:xfrm>
            <a:off x="466246" y="1174956"/>
            <a:ext cx="5383948" cy="4773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D0E509-E09B-3BBB-0586-E38143ECD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t="2368" r="7286" b="1301"/>
          <a:stretch>
            <a:fillRect/>
          </a:stretch>
        </p:blipFill>
        <p:spPr>
          <a:xfrm>
            <a:off x="466246" y="1170037"/>
            <a:ext cx="5383948" cy="4778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346996-8357-70B7-E12D-12A1C813E6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" t="5823" r="18326" b="2761"/>
          <a:stretch>
            <a:fillRect/>
          </a:stretch>
        </p:blipFill>
        <p:spPr>
          <a:xfrm>
            <a:off x="466246" y="1170036"/>
            <a:ext cx="5383948" cy="4778477"/>
          </a:xfrm>
          <a:prstGeom prst="rect">
            <a:avLst/>
          </a:prstGeom>
          <a:ln w="5715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0ABBB8A6-B406-EB8D-57F2-54D96CBCD77B}"/>
              </a:ext>
            </a:extLst>
          </p:cNvPr>
          <p:cNvSpPr/>
          <p:nvPr/>
        </p:nvSpPr>
        <p:spPr>
          <a:xfrm>
            <a:off x="6745960" y="1732336"/>
            <a:ext cx="4572000" cy="427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PRODUCT PRICE DETAILS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86033C6-0DA6-408C-52DC-B15B63998FAF}"/>
              </a:ext>
            </a:extLst>
          </p:cNvPr>
          <p:cNvSpPr/>
          <p:nvPr/>
        </p:nvSpPr>
        <p:spPr>
          <a:xfrm>
            <a:off x="6745960" y="2646736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683D83C-D6B9-004C-7495-39F2F807BEAE}"/>
              </a:ext>
            </a:extLst>
          </p:cNvPr>
          <p:cNvSpPr/>
          <p:nvPr/>
        </p:nvSpPr>
        <p:spPr>
          <a:xfrm>
            <a:off x="6745960" y="3059522"/>
            <a:ext cx="4572000" cy="1801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vw_product_price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Products;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05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37E0-D51B-962E-39AA-0DB99B18B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11F868-0381-F7FC-3A03-62433CE8C15B}"/>
              </a:ext>
            </a:extLst>
          </p:cNvPr>
          <p:cNvSpPr/>
          <p:nvPr/>
        </p:nvSpPr>
        <p:spPr>
          <a:xfrm>
            <a:off x="-186813" y="-78658"/>
            <a:ext cx="12614788" cy="80624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VIEWS</a:t>
            </a:r>
            <a:endParaRPr lang="en-US" sz="36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8C5464-BF59-DE5F-3D05-CA9CABDE8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7" r="11316"/>
          <a:stretch>
            <a:fillRect/>
          </a:stretch>
        </p:blipFill>
        <p:spPr>
          <a:xfrm>
            <a:off x="466246" y="1170036"/>
            <a:ext cx="5383948" cy="3431462"/>
          </a:xfrm>
          <a:prstGeom prst="rect">
            <a:avLst/>
          </a:prstGeom>
          <a:ln w="5715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659972FD-0CC1-DA51-81D3-99AF3A75D144}"/>
              </a:ext>
            </a:extLst>
          </p:cNvPr>
          <p:cNvSpPr/>
          <p:nvPr/>
        </p:nvSpPr>
        <p:spPr>
          <a:xfrm>
            <a:off x="6736128" y="1472942"/>
            <a:ext cx="4572000" cy="601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WAREHOUSE OPERATIONS DASHBOARD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E5BB954-1146-7466-FAA1-1280E5A74311}"/>
              </a:ext>
            </a:extLst>
          </p:cNvPr>
          <p:cNvSpPr/>
          <p:nvPr/>
        </p:nvSpPr>
        <p:spPr>
          <a:xfrm>
            <a:off x="6736128" y="2387343"/>
            <a:ext cx="4572000" cy="32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SYNTAX :-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14206F3-6FC9-377B-1C43-8E68BF528C03}"/>
              </a:ext>
            </a:extLst>
          </p:cNvPr>
          <p:cNvSpPr/>
          <p:nvPr/>
        </p:nvSpPr>
        <p:spPr>
          <a:xfrm>
            <a:off x="6736128" y="2800129"/>
            <a:ext cx="4572000" cy="32663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</a:t>
            </a:r>
          </a:p>
          <a:p>
            <a:pPr>
              <a:lnSpc>
                <a:spcPct val="11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vw_warehouse_operationss_dashboard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total_products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i.quantity_in_stock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total_inventory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Warehouses w JOIN Inventory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i.warehouse_id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Products p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p.product_id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w.warehouse_name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674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5FC5-8EB3-9DB4-BF43-55B3B2DEA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lue green Images - Free Download on Magnific (formerly Freepik)">
            <a:extLst>
              <a:ext uri="{FF2B5EF4-FFF2-40B4-BE49-F238E27FC236}">
                <a16:creationId xmlns:a16="http://schemas.microsoft.com/office/drawing/2014/main" id="{744D7AE8-7CEE-A927-284F-38C4FB562F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84"/>
          <a:stretch>
            <a:fillRect/>
          </a:stretch>
        </p:blipFill>
        <p:spPr>
          <a:xfrm flipH="1">
            <a:off x="-386080" y="0"/>
            <a:ext cx="5273040" cy="6858000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8667578F-5121-AE0D-8D1A-8CFC56027B9D}"/>
              </a:ext>
            </a:extLst>
          </p:cNvPr>
          <p:cNvSpPr/>
          <p:nvPr/>
        </p:nvSpPr>
        <p:spPr>
          <a:xfrm>
            <a:off x="5137435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PREPARED BY 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A13CE25-0209-B23C-04D6-01ED27B9FCF7}"/>
              </a:ext>
            </a:extLst>
          </p:cNvPr>
          <p:cNvSpPr/>
          <p:nvPr/>
        </p:nvSpPr>
        <p:spPr>
          <a:xfrm>
            <a:off x="5118774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Ashutosh Patil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604EA0D-B7D2-0E75-CB23-EE8A06F09747}"/>
              </a:ext>
            </a:extLst>
          </p:cNvPr>
          <p:cNvSpPr/>
          <p:nvPr/>
        </p:nvSpPr>
        <p:spPr>
          <a:xfrm>
            <a:off x="5118774" y="2423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ITvedant —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&amp; Analytics with Artificial Intelligence | MAY26-T380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56F565A-65E6-624E-4B44-264C449D39A5}"/>
              </a:ext>
            </a:extLst>
          </p:cNvPr>
          <p:cNvSpPr/>
          <p:nvPr/>
        </p:nvSpPr>
        <p:spPr>
          <a:xfrm>
            <a:off x="5137435" y="3154680"/>
            <a:ext cx="6400800" cy="84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Dart Express Warehouse &amp; Inventory Management System</a:t>
            </a:r>
            <a:endParaRPr lang="en-US" sz="2000" dirty="0">
              <a:solidFill>
                <a:srgbClr val="FFC1F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4F6237-18BA-C6C6-358D-F2D35A4F0737}"/>
                  </a:ext>
                </a:extLst>
              </p14:cNvPr>
              <p14:cNvContentPartPr/>
              <p14:nvPr/>
            </p14:nvContentPartPr>
            <p14:xfrm>
              <a:off x="4154360" y="3136960"/>
              <a:ext cx="810720" cy="888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4F6237-18BA-C6C6-358D-F2D35A4F07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1720" y="3073960"/>
                <a:ext cx="936360" cy="10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E589AE8-C186-6A4C-7A84-CFF25408838A}"/>
                  </a:ext>
                </a:extLst>
              </p14:cNvPr>
              <p14:cNvContentPartPr/>
              <p14:nvPr/>
            </p14:nvContentPartPr>
            <p14:xfrm>
              <a:off x="-833440" y="181864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E589AE8-C186-6A4C-7A84-CFF2540883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96080" y="17556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584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5916-C1C8-7000-9812-09B52EF0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lue green Images - Free Download on Magnific (formerly Freepik)">
            <a:extLst>
              <a:ext uri="{FF2B5EF4-FFF2-40B4-BE49-F238E27FC236}">
                <a16:creationId xmlns:a16="http://schemas.microsoft.com/office/drawing/2014/main" id="{F69CF184-6575-FBD2-5A10-2E2EB40C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84"/>
          <a:stretch>
            <a:fillRect/>
          </a:stretch>
        </p:blipFill>
        <p:spPr>
          <a:xfrm flipH="1">
            <a:off x="-386080" y="0"/>
            <a:ext cx="5273040" cy="6858000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2C24D509-FA44-AEF0-B8DB-AA1E003BC101}"/>
              </a:ext>
            </a:extLst>
          </p:cNvPr>
          <p:cNvSpPr/>
          <p:nvPr/>
        </p:nvSpPr>
        <p:spPr>
          <a:xfrm>
            <a:off x="4154360" y="2658526"/>
            <a:ext cx="7575875" cy="1367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u="sng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67E409C-3320-07D2-468C-FF34491BD067}"/>
              </a:ext>
            </a:extLst>
          </p:cNvPr>
          <p:cNvSpPr/>
          <p:nvPr/>
        </p:nvSpPr>
        <p:spPr>
          <a:xfrm>
            <a:off x="5118774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75FC8EF-973C-0DB7-3EA8-9711E87B5410}"/>
              </a:ext>
            </a:extLst>
          </p:cNvPr>
          <p:cNvSpPr/>
          <p:nvPr/>
        </p:nvSpPr>
        <p:spPr>
          <a:xfrm>
            <a:off x="5118774" y="2423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B3C7911D-7DEA-FEFC-6704-BBABAE3B19C4}"/>
              </a:ext>
            </a:extLst>
          </p:cNvPr>
          <p:cNvSpPr/>
          <p:nvPr/>
        </p:nvSpPr>
        <p:spPr>
          <a:xfrm>
            <a:off x="5137435" y="3154680"/>
            <a:ext cx="6400800" cy="84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solidFill>
                <a:srgbClr val="FFC1F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E61ED7E-BC1C-F3DF-E2B6-036471E06978}"/>
                  </a:ext>
                </a:extLst>
              </p14:cNvPr>
              <p14:cNvContentPartPr/>
              <p14:nvPr/>
            </p14:nvContentPartPr>
            <p14:xfrm>
              <a:off x="4154360" y="3136960"/>
              <a:ext cx="810720" cy="888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E61ED7E-BC1C-F3DF-E2B6-036471E069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1360" y="3073986"/>
                <a:ext cx="936360" cy="101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1231BA-DE66-5499-AE4E-CF595BAF11CF}"/>
                  </a:ext>
                </a:extLst>
              </p14:cNvPr>
              <p14:cNvContentPartPr/>
              <p14:nvPr/>
            </p14:nvContentPartPr>
            <p14:xfrm>
              <a:off x="-833440" y="181864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1231BA-DE66-5499-AE4E-CF595BAF11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96440" y="17556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5642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</TotalTime>
  <Words>1524</Words>
  <Application>Microsoft Office PowerPoint</Application>
  <PresentationFormat>Widescreen</PresentationFormat>
  <Paragraphs>262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Calisto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patil</dc:creator>
  <cp:lastModifiedBy>ashutosh patil</cp:lastModifiedBy>
  <cp:revision>3</cp:revision>
  <dcterms:created xsi:type="dcterms:W3CDTF">2026-08-05T06:10:25Z</dcterms:created>
  <dcterms:modified xsi:type="dcterms:W3CDTF">2026-08-05T17:59:12Z</dcterms:modified>
</cp:coreProperties>
</file>